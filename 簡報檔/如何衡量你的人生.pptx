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60" r:id="rId1"/>
  </p:sldMasterIdLst>
  <p:notesMasterIdLst>
    <p:notesMasterId r:id="rId34"/>
  </p:notesMasterIdLst>
  <p:sldIdLst>
    <p:sldId id="283" r:id="rId2"/>
    <p:sldId id="259" r:id="rId3"/>
    <p:sldId id="346" r:id="rId4"/>
    <p:sldId id="309" r:id="rId5"/>
    <p:sldId id="310" r:id="rId6"/>
    <p:sldId id="347" r:id="rId7"/>
    <p:sldId id="349" r:id="rId8"/>
    <p:sldId id="350" r:id="rId9"/>
    <p:sldId id="351" r:id="rId10"/>
    <p:sldId id="352" r:id="rId11"/>
    <p:sldId id="342" r:id="rId12"/>
    <p:sldId id="311" r:id="rId13"/>
    <p:sldId id="339" r:id="rId14"/>
    <p:sldId id="340" r:id="rId15"/>
    <p:sldId id="315" r:id="rId16"/>
    <p:sldId id="316" r:id="rId17"/>
    <p:sldId id="345" r:id="rId18"/>
    <p:sldId id="353" r:id="rId19"/>
    <p:sldId id="324" r:id="rId20"/>
    <p:sldId id="354" r:id="rId21"/>
    <p:sldId id="323" r:id="rId22"/>
    <p:sldId id="325" r:id="rId23"/>
    <p:sldId id="341" r:id="rId24"/>
    <p:sldId id="326" r:id="rId25"/>
    <p:sldId id="344" r:id="rId26"/>
    <p:sldId id="334" r:id="rId27"/>
    <p:sldId id="335" r:id="rId28"/>
    <p:sldId id="336" r:id="rId29"/>
    <p:sldId id="337" r:id="rId30"/>
    <p:sldId id="338" r:id="rId31"/>
    <p:sldId id="329" r:id="rId32"/>
    <p:sldId id="355" r:id="rId3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800"/>
    <a:srgbClr val="009F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A23629-FB88-4E7D-AB66-482D8635E5DA}" v="21" dt="2022-09-12T07:56:44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58"/>
    <p:restoredTop sz="95872"/>
  </p:normalViewPr>
  <p:slideViewPr>
    <p:cSldViewPr snapToGrid="0" snapToObjects="1">
      <p:cViewPr varScale="1">
        <p:scale>
          <a:sx n="86" d="100"/>
          <a:sy n="86" d="100"/>
        </p:scale>
        <p:origin x="6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29T09:55:06.3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6408 11025 14735 0,'0'0'1312'0,"-8"-2"-1056"0,8 2-256 0,0 0 0 15,0 0 1264-15,0 0 192 0,0 0 32 0,-12-3 16 16,12 3-400-16,-11-4-80 0,11 4 0 0,-10-3-16 15,10 3-496-15,0 0-112 0,-9-9-16 0,9 9 0 16,0 0-384-16,-3-10 0 0,3 10 0 0,0 0 0 16,0 0 0-16,-2-14-256 0,2 14 64 0,0 0 16 15,0 0-400-15,0 0-96 0,0 0-16 0,0 0 0 16,0 0-64-16,0 0-16 0,0 0 0 0,16 26 0 16,-16-26 512-16,6 24 80 0,-6-24 32 0,7 29 0 15,-7-29 336-15,4 35 64 0,-4-35 0 0,3 37 16 16,-3-37 256-16,3 37 48 0,-3-18 16 0,1 2 0 15,-2 3 272-15,1 0 48 0,0 1 16 0,-1 1 0 16,-1 3 0-16,1-1 0 0,0 6 0 0,-1-1 0 0,0 2-464 0,1 1-80 16,1 0-32-16,-1 2 0 0,-1 2-352 15,0 2 0-15,-1 1 0 0,0 1 0 0,1 3 0 0,-2 2 0 16,0 1 0-16,0 0 0 0,2-5 192 0,-2 4-16 16,0 4-16-16,0 1 0 0,0-2 416 0,1-3 64 15,0-5 32-15,2-6 0 0,0-3-144 0,1 1-16 16,2-5-16-16,0 0 0 0,1-3-320 0,1-4-176 15,0-3 192-15,-4-21-192 0,12 35 0 0,-12-35-272 16,13 29 16-16,-13-29 16 16,14 21-384-16,-14-21-80 0,0 0 0 0,22 19-16 15,-22-19 64-15,0 0 16 0,0 0 0 0,28 7 0 16,-28-7-256-16,0 0-64 0,24-16 0 0,-24 16 0 16,18-26-848-16,-9 9-176 0</inkml:trace>
  <inkml:trace contextRef="#ctx0" brushRef="#br0" timeOffset="1">6594 11061 19343 0,'0'0'848'0,"0"0"192"0,26-7-832 0,-26 7-208 16,0 0 0-16,0 0 0 0,32-8 1216 0,-32 8 192 15,48-11 32-15,-9 2 16 0,5-1-1456 0,1 0-256 16,-3 1-64-16,-1 2 0 0,1 0 320 0,-3 2 0 15,-1 0 128-15,-1 0-128 0,2 1 0 0,0 1 0 16,0-1 0-16,-2 3 0 0,-2-1 128 0,-2 0 80 16,3 2 32-16,-3-3 0 0,-1-1 592 0,0 1 112 15,3-1 16-15,-1-1 16 0,-3 2-144 0,0-1-16 16,-2 2-16-16,-3 1 0 0,-26 1-416 0,46-2-96 0,-46 2-16 16,38 5 0-16,-38-5-128 0,31 4-16 0,-31-4-128 0,0 0 192 15,33 14-192-15,-33-14 128 0,0 0-128 0,20 21 0 16,-20-21 0-16,0 0-128 0,14 32-16 0,-14-32 0 15,9 24 272-15,-9-24 64 0,9 28 16 0,-9-28 0 16,11 36 176-16,-11-36 48 0,12 43 0 0,-6-22 0 16,0 0-144-16,0 3-32 0,0 0 0 0,1 4 0 15,1 7-256-15,-1 1 0 0,0 5 128 0,-1 1-128 16,0 1 0-16,0 0 0 0,-1 1 0 0,0 2 0 16,0 1 0-16,1 5 0 0,0 1 0 0,2 5 0 15,2 2 0-15,-1 1 0 0,1-6-144 0,1 4 144 16,1-2-192-16,-1 2 64 0,-1 0 0 0,0-2 0 15,-1-2 128-15,-2-5 0 0,0-5-144 0,-2 5 144 16,0 5 0-16,-1 0 0 0,0-2 0 0,-1-4 0 0,-1-5 336 0,-3-2-16 16,1-3 0-16,-1-4 0 0,-1-3 80 0,-1-6 16 15,0-4 0-15,3-22 0 0,-7 24-48 0,7-24-16 16,-10 10 0-16,10-10 0 0,-13 4 32 0,13-4 0 16,-18-7 0-16,6 1 0 0,-1-4-144 0,-2-4-32 15,0-3 0-15,-3-4 0 0,0-3-64 0,-3-2-16 16,0-5 0-16,-2 2 0 0,1 0-128 0,-3-3-144 15,-1-1 144-15,0 0-208 16,-1 3-496-16,0 1-80 0,1 2-32 0,0-1 0 16,-3-1-1200-16,-2 1-240 0</inkml:trace>
  <inkml:trace contextRef="#ctx0" brushRef="#br0" timeOffset="2">6710 11720 31327 0,'0'0'1392'0,"0"0"272"0,0 0-1328 0,0 0-336 0,28-9 0 0,-28 9 0 15,0 0 1008-15,28-7 128 0,-28 7 16 0,60-14 16 16,-28 6-928-16,4 1-240 0,3 0 0 0,2 0 0 0,0 1 0 0,-1 0 0 16,1 1 0-16,-4 1 0 0,-5 1 384 0,-4 1 48 15,-28 2 0-15,49-3 0 16,-49 3-1056-16,43 0-208 0,-43 0-32 0,30 3-16 16,-30-3-384-16,0 0-80 0,25 9 0 0,-25-9-12384 15</inkml:trace>
  <inkml:trace contextRef="#ctx0" brushRef="#br0" timeOffset="3">6952 12115 41471 0,'0'0'1840'0,"0"0"368"0,0 0-1760 0,0 0-448 16,0 0 0-16,0 0 0 0,0 0 256 0,25 18-48 0,-25-18 0 0,43 0 0 15,-12-3-208-15,5-2-256 0,2-5 48 0,1-3-12192 31,-1-4-2432-31</inkml:trace>
  <inkml:trace contextRef="#ctx0" brushRef="#br0" timeOffset="4">7224 11398 40543 0,'0'0'3600'16,"-12"14"-2880"-16,12-14-576 0,0 0-144 0,-4 21 432 0,4-21 48 16,-2 40 16-16,-1 2 0 0,2 16-640 15,2 13-128-15,3 12-32 0,0 2 0 16,1 1-784-16,0 0-144 0,0-1-48 0,1-4 0 16,-2 1-2160-16,-2-13-432 0</inkml:trace>
  <inkml:trace contextRef="#ctx0" brushRef="#br0" timeOffset="5">8611 11488 37775 0,'0'0'3360'0,"0"0"-2688"16,0 0-544-16,0 0-128 0,0 0 752 0,0 0 112 16,0 0 32-16,0 0 0 0,31-12-592 0,-31 12-112 15,35-14-32-15,-14 3 0 0,4-2-160 0,1 1 0 16,2 0-192-16,1 0 192 15,0-2-480-15,0 2 32 0,0 0 0 0,1-2 0 0,2 0 144 0,-1-2 48 16,-3 1 0-16,-3 1 0 0,-1 4 64 0,-24 10 32 16,37-19 0-16,-37 19 0 15,29-14-944-15,-29 14-192 0,21-12-48 0,-21 12 0 16,0 0-1488-16,0 0-304 0</inkml:trace>
  <inkml:trace contextRef="#ctx0" brushRef="#br0" timeOffset="6">9050 11338 11055 0,'-17'17'480'0,"17"-17"112"0,-11 12-464 0,11-12-128 0,0 0 0 0,0 0 0 15,0 0 3328-15,-15 20 656 0,5-3 128 0,0 3 32 16,0 3-1568-16,2-1-304 0,2 3-64 0,3 2-16 16,0 2-800-16,2 6-176 0,1 5-16 0,2 3-16 15,-1 0-784-15,0 3-144 0,0 2-48 0,-1-5 0 16,0-7-208-16,-1 2 0 0,-1 4-192 0,-1-1 192 31,-1-1-1440-31,0-2-176 0,-1-5-48 0,-2-2 0 0,-3-2-848 0,0-3-176 16,-1-3-48-16,-1-2 0 0,0-1-1088 0,-1-5-208 0,-1 0-64 0,0-3 0 15,1 0 4576-15,0-5 912 0,0 0 176 0,13-7 32 16,-19 12 1552-16,19-12 304 0,-16 7 64 0,16-7 16 16,0 0-688-16,-14 5-144 0,14-5-16 0,0 0-16 15,0 0-1360-15,0 0-272 0,0 0-48 0,0 0-16 16,16-21-576-16,-16 21-112 0,24-20-32 0,-6 6 0 0,4-2-256 16,4-3 0-16,4 0 0 0,3-2-144 15,0-1-464-15,6-4-96 0,2 0 0 0,3-3-10816 16,0-2-2144-16</inkml:trace>
  <inkml:trace contextRef="#ctx0" brushRef="#br0" timeOffset="7">9427 11558 35935 0,'0'0'3200'0,"0"0"-2560"0,0 0-512 0,0 0-128 16,0 0 1120-16,0 0 208 0,0 0 32 0,29 12 16 16,-29-12-1376-16,49-4-128 0,-15-1-112 0,5-6-16 31,6-4-192-31,3-4-64 0,4-5 0 0,2-2 0 16,1 0-368-16,-4-1-80 0,-1 4 0 0,-3 0-16 0,0 2 592 0,0-2 128 0,1 0 32 0,-3 5 0 15,-1-2 736-15,-7 6 128 0,-4 2 48 0,-2 1 0 16,-2 4 96-16,-3 1 32 0,-3 4 0 0,-23 2 0 15,34 3-288-15,-34-3-48 0,27 16-16 0,-27-16 0 16,21 27-272-16,-21-27-48 0,17 41-16 0,-10-14 0 16,1 7-128-16,-3 3-144 0,0 2 144 0,-1 3-208 15,0 0-64-15,-2 6-16 0,2 6 0 0,0 4 0 16,-1 5 32-16,0 2 16 0,2 3 0 0,-2 4 0 0,-1-4 400 16,-1 6 80-16,-2 4 16 0,-1-1 0 0,-2-2 144 0,-4-7 48 15,-1-1 0-15,-3-8 0 0,-1-5-256 0,-2-6-32 16,0-5-16-16,-1-3 0 0,-1-2-144 0,0-7 192 15,0-3-192-15,-2-2 192 0,-1-2-192 0,-1-8 0 16,-1-4 0-16,0-4 0 0,-1-6-384 0,-1-5-16 16,-1-8 0-16,-2-6 0 15,-1-9-832-15,-1-7-176 0,-1-12-16 0,0-8-16 16,1-8-608-16,2-8-128 0,3 0-32 0</inkml:trace>
  <inkml:trace contextRef="#ctx0" brushRef="#br0" timeOffset="8">10010 10773 13471 0,'12'-37'288'0,"-5"15"64"0,0 4 16 0,-7 18 16 0,0 0-384 15,7-19 0-15,-7 19 0 0,0 0 0 0,0 0 4160 0,0 0 736 0,12 19 160 0,-11 14 16 16,-3 14-4048-16,-3 17-832 0,-6 19-192 0,-4 17 0 16,-4 11 1664-16,-6 19 304 0,-2 11 48 0</inkml:trace>
  <inkml:trace contextRef="#ctx0" brushRef="#br0" timeOffset="9">15625 11308 16575 0,'0'0'1472'0,"0"0"-1168"0,0 0-304 0,0 0 0 0,-10-12 3472 0,10 12 640 15,0 0 128-15,0 0 32 0,0-17-2288 0,0 17-448 16,3-20-80-16,-3 20-32 0,7-20-864 0,-7 20-176 15,12-19-48-15,-12 19 0 0,19-16-128 0,-19 16-16 16,22-10-16-16,-22 10 0 0,25 0 112 0,-25 0 32 16,31 12 0-16,-12 2 0 0,0 2-48 0,1 8 0 15,2 7 0-15,1 4 0 0,-1 5-96 0,0 4-32 16,-2 0 0-16,-2 4 0 0,0-3-144 0,-3-1 0 16,-2 0 144-16,-1-2-144 0,-1-3 0 0,-4-1 0 15,-1-1 0-15,-3-2 128 0,-1-3-128 0,-3 1 0 16,-2 0 0-16,-5 2 0 0,-1-1-128 0,-6-1 0 15,-3 5 0-15,-4 0 0 16,-4 0-496-16,-3-2-80 0,-3-1-32 0,1-3 0 16,2-3-544-16,-3 0-96 0,2 0-32 0,2-3 0 0,4-2 1536 0,3-4 288 15,3-1 64-15,3-4 16 16,15-15-1008-16,-23 19-192 0,23-19-32 0,0 0-16 0,-15 11 448 0,15-11 96 0,0 0 16 0,0 0-9376 16,9-32-1872-16</inkml:trace>
  <inkml:trace contextRef="#ctx0" brushRef="#br0" timeOffset="10">16220 11762 42383 0,'0'0'1872'0,"0"0"400"16,18 18-1824-16,-18-18-448 0,0 0 0 0,0 0 0 16,18 16 240-16,-18-16-48 0,22 22-16 0,-4-4 0 0,0 6-176 0,-1 0 0 15,-2-1-160-15,-4 1 160 16,-3 2-960-16,-4 3-112 0,-3 1-16 0,-3 5 0 15,-2 2-1648-15,-3 0-336 0,-2-1-64 0,-2-3 0 16,0 1 1952-16,-3-6 400 0,0 0 80 0,0-5 0 0,-2 0 1568 0,-1-7 304 16,0 0 64-16,1-6 16 0,-3 0-496 0,-1-4-112 15,-2-5 0-15,0-4-16 16,-2-1-1792-16,-1-8-368 0,0-3-64 0,-1-7-10880 16</inkml:trace>
  <inkml:trace contextRef="#ctx0" brushRef="#br0" timeOffset="11">15912 11611 18431 0,'0'0'816'0,"2"-19"160"0,-2 19-784 0,0 0-192 16,0 0 0-16,0 0 0 0,8-19 2912 0,-8 19 544 0,0 0 96 0,16-20 32 15,-16 20-1152-15,23-21-208 0,-23 21-48 0,32-21-16 16,-11 8-1584-16,4 1-320 0,3 0-64 0,5-2-16 16,4-3-384-16,6-1-80 0,5-2-16 0,4-1 0 15,0-2 16-15,1-2 0 0,-1-1 0 0,-2 1 0 16,-4 0 48-16,-4-1 16 0,-3 2 0 0,-6 1 0 31,-5 4-1008-31,-5-3-208 0,-4 4-32 0,-5-2-16 0,-1 1 352 0,-4 0 80 0,-3 1 16 16,-3 0 0-16,-2-2 128 0,-4 1 16 15,-3 2 16-15,-2-2 0 0,-1 2 16 0,-5 1 0 0,-3-1 0 0,0 1 0 16,-3 3 608-16,2-1 112 0,0 3 144 0,1-1-208 16,1 3 928-16,2 1 192 0,14 8 48 0,-26-7 0 15,26 7 464-15,-20-2 112 0,20 2 0 0,0 0 16 16,-17 9-144-16,17-9-16 0,0 0-16 0,-2 29 0 0,2-29-512 0,11 40-96 15,0-11-32-15,4 4 0 0,4 7-272 0,3 7-48 16,4 8-16-16,3 4 0 0,1 3-144 0,6 7-48 16,7 9 0-16,1 0 0 0,2 0-208 0,-1 1 0 15,0 3 0-15,-3 1 0 0,-4 0 0 0,-10-16 128 16,-3-10-128-16,0 5 0 0,2 8-144 0,1 0-80 16,-2-6-16-16,-2-10 0 15,-1-7-816-15,-3-9-160 0,-1-7-48 0,-1-7 0 16,0-8-544-16,0-6-112 0,-18-10-32 0,37-2 0 15,-16-8 224-15,0-9 64 0,1-5 0 0,1-10 0 16,-2-5-496-16,0-11-80 0,0-4-32 0,-1-8 0 16,0-9 560-16,-3-3 112 0,0-4 32 0,-1 0 0 15,-3 1 240-15,-4 2 48 0,-1 4 16 0,-3 9 0 0,-2 15 976 0,-4 12 288 16,-2 11-128-16,3 24 128 0,-14-23 2512 0,14 23 576 0,-29 0 112 0,5 11 32 16,-8 10 1088-16,-7 10 224 0,-7 13 32 0,-1 9 16 15,-3 11-3680-15,-3 7-720 0,-1 7-192 0,-1 8 0 16,-1 1 1312-16,1-1 224 0,1 4 64 0,1-12 0 31,4-9-1856-31,0-5-352 0,0-7-80 0,3-12-16 16,3-9-1216-16,3-10-256 0,1-10-64 0,4-6-10800 0</inkml:trace>
  <inkml:trace contextRef="#ctx0" brushRef="#br0" timeOffset="12">16744 10482 42383 0,'0'0'1872'0,"0"0"400"0,0 0-1824 16,0 0-448-16,0 0 0 0,0 0 0 0,20 22 240 0,-20-22-48 15,13 42-16-15,-1-2 0 16,2 10-608-16,-1 8-112 0</inkml:trace>
  <inkml:trace contextRef="#ctx0" brushRef="#br0" timeOffset="13">18522 10461 23951 0,'0'0'2128'0,"0"0"-1696"16,0 0-432-16,0 0 0 0,0 0 1744 0,11-12 272 16,-11 12 48-16,14-9 16 0,-14 9-1424 0,24-12-272 15,-24 12-64-15,26-12-16 0,-26 12-112 0,22-2-32 16,-22 2 0-16,0 0 0 0,21 12 32 0,-21-12 16 0,3 30 0 0,-8-2 0 16,-4 6 240-16,-7 13 32 0,-5 3 16 0,-7 5 0 15,-5 4-32-15,-4-2 0 0,-1-3 0 0,-6 4 0 31,-2 1-816-31,0-5-160 0,3-6-48 0,5-5 0 16,5-5-176-16,7-9-32 0,7-6-16 0,19-23 0 0,-23 26 784 0,23-26 320 0,0 0 0 0,0 0-16 16,0 0 320-16,0 0 64 0,24-5 16 0,-2-7 0 15,3-2-336-15,7-4-64 0,8-3-16 0,6-4 0 16,1 1-288-16,3-2 0 0,2 0 0 0,-5 4 0 16,-5 1 480-16,-3 5 32 0,-3 4 16 0,-4 2 0 15,-6 6-528-15,-6 4 0 0,-20 0-240 0,25 14 80 16,-25-14-608-16,0 28-128 0,-10-3-32 0,-8 2 0 15,-4 2-496-15,-8 4-112 0,-7 3 0 16,-5 2-16-16,1-3 560 0,-2 0 112 0,0-1 32 0,3-4 0 16,2-1 1808-16,6-5 352 0,4-5 80 0,6-5 16 0,4-4-464 0,18-10-96 15,-22 12-16-15,22-12 0 0,0 0-256 0,0 0-64 16,0 0-16-16,0 0 0 0,0 0 448 0,25 14 80 16,-5-12 32-16,4 2 0 0,3 2-544 0,3 0-96 15,5 1-32-15,3 0 0 0,-1 2-64 0,-2 2-32 16,-3 0 0-16,-3 1 0 0,-2 0-144 0,-4 3-16 15,-2 1-128-15,-4 3 192 0,-2 0-368 0,-4 0-80 16,-3 2 0-16,-5 0-16 0,-3 1 0 0,-4-1 0 16,-6-1 0-16,-4 0 0 15,-4 2-496-15,-7-1-112 0,-5-2-16 0,-5 2 0 16,-4 0-576-16,-5-3-128 0,-2-3-32 0,-1-2-13552 0</inkml:trace>
  <inkml:trace contextRef="#ctx0" brushRef="#br0" timeOffset="14">17787 11993 40543 0,'0'0'1792'0,"7"23"384"0,-7-23-1744 0,0 0-432 0,9 20 0 0,-9-20 0 16,0 0 368-16,20 20-16 0,-2-5 0 0,6 6 0 16,6 2-352-16,5-3-320 0,1-3 64 0,-1-5-11984 15,-1-8-2416-15</inkml:trace>
  <inkml:trace contextRef="#ctx0" brushRef="#br0" timeOffset="15">18170 11812 40543 0,'0'0'1792'0,"3"22"384"0,-3-22-1744 0,0 0-432 15,0 0 0-15,7 24 0 0,-7-24 432 0,0 0 0 16,21 32 0-16,-4-11 0 0,3 4-432 0,1-1 0 15,0-3 0-15,1-4 0 16,-1-1-944-16,0-2-160 0</inkml:trace>
  <inkml:trace contextRef="#ctx0" brushRef="#br0" timeOffset="16">18618 11822 45151 0,'0'0'2000'0,"6"36"416"0,-6-36-1936 0,2 19-480 0,-2-19 0 0,0 0 0 32,0 0-240-32,9 23-144 0,-9-23-16 0</inkml:trace>
  <inkml:trace contextRef="#ctx0" brushRef="#br0" timeOffset="17">18989 10516 41471 0,'0'0'1840'0,"0"0"368"16,16 14-1760-16,-16-14-448 0,0 0 0 0,23 5 0 0,-23-5 496 0,31 5 16 15,2-1 0-15,11 1 0 0,12-2-224 0,3-1-32 0,1-2-16 0,-2-3 0 16,0-2-432-16,-1-1-64 0,-1 1-32 0,-6 0 0 31,-5-2-288-31,-6 2-64 0,-5 0-16 0,-7 0 0 16,-4 1-800-16,-5-1-144 0,-18 5-48 0,25-5-9440 0,-25 5-1904 0</inkml:trace>
  <inkml:trace contextRef="#ctx0" brushRef="#br0" timeOffset="18">19065 11003 35935 0,'0'0'3200'16,"0"0"-2560"-16,0 0-512 0,0 0-128 0,0 0 1408 0,0 0 272 16,26 8 48-16,-26-8 16 0,42-2-1120 0,-8-3-240 15,9-7-32-15,2-4-16 16,4-6-608-16,3-5-128 0,5-7-32 0,-2-2-12176 16,-1 0-2432-16</inkml:trace>
  <inkml:trace contextRef="#ctx0" brushRef="#br0" timeOffset="19">19756 10556 10591 0,'0'0'224'0,"0"0"48"0,0 0 16 0,0 0 32 0,10-17-320 0,-2 3 0 15,3-5 0-15,1 0 0 0,-5 0 3392 0,-7 19 640 16,-2-16 112-16,2 16 16 0,-28 15-1744 0,5 5-368 16,-6 7-64-16,-6 7 0 0,-5 9-1232 0,-7 5-240 15,-7 6-64-15,-5 1 0 16,-3 5-832-16,0 1-160 0,2-2-32 0,4-2-16 16,3-5-1872-16,5-7-368 0,7-4-80 0,5-7-16 15,8-5 1264-15,6-5 240 0,8-2 48 0,14-22 16 0,-10 26 2064 0,10-26 432 16,0 0 80-16,15 16 0 0,-15-16 496 0,31 0 80 0,-7-2 32 0,4-5 0 15,4-2-288-15,2-1-64 0,-3 0-16 0,1-1 0 16,3 1-352-16,-4 1-64 0,-2-1-16 0,-4 6 0 16,-4 1-784-16,-21 3-240 0,34 3 0 0,-34-3 128 15,20 20-128-15,-20-20 176 0,7 48-176 0,-11-12 192 32,-2 4-576-32,-7 10-96 0,-5 9-32 0,-4 5 0 0,-2 2 512 0,-2 2 0 0,-5 7 0 0,-1-2 0 15,-1 0 320-15,1-6 48 0,0-6 16 0,3-6 0 16,3-7-160-16,1-5-32 0,1-5 0 0,4-10 0 15,2-4-16-15,3-10-16 0,15-14 0 0,-20 11 0 16,20-11-672-16,-11-16-128 16,7-5-16-16,3-11-16 0,6-10-1856 0,3-6-368 0,3-6-80 0,6-2-16 15,3-4-272-15,5-4-64 0,5-2-16 0,2 0 0 0,0 3 2624 0,3 2 528 16,2 4 192-16,-1 7-144 0,1 3 144 16,-3 9 256-16,-1 5-64 0,-2 6-16 0,-1 6 992 0,-2 2 208 15,-1 7 32-15,-2 1 16 0,0 4 1360 0,-1 2 272 16,-1 2 48-16,-3 3 16 0,-20 0-720 0,36 3-144 15,-15 4-16-15,0 0-16 0,0 4-1776 0,1 1-448 16,1 2 0-16,0 1 0 0,2 4 816 0,0 0 80 16,0 4 0-16,-1-1 16 0,0 3-576 0,-3 0-112 15,-1 1-32-15,-2 2 0 0,-2 1-64 0,-3 3-128 16,-2 3 176-16,-3 0-176 0,-3 5 192 0,-4 1-192 16,-3-3 192-16,-4 4-192 0,-4 3 0 0,-4 0 0 15,-3 5 0-15,-6 0-144 0,-3 2-176 0,-3-2-16 0,-3-3-16 16,-2-2 0-1,0-7-912-15,-4-4-176 0,1-6-32 0,-3-9-16 16,2-3-1872-16,-2-11-368 0</inkml:trace>
  <inkml:trace contextRef="#ctx0" brushRef="#br0" timeOffset="20">19385 11611 40543 0,'0'0'1792'0,"10"29"384"0,-10-29-1744 0,3 23-432 0,-3-23 0 0,0 0 0 16,-2 31 640-16,-2-7 64 0,-3 14 0 0,-6 14 0 16,-7 12-544-16,-6 4-160 0,-6-1 0 0,-7-3 0 15,-7-3-384-15,-7-3-176 0,-6-6-32 0,-5-5-18000 16</inkml:trace>
  <inkml:trace contextRef="#ctx0" brushRef="#br0" timeOffset="21">19373 12054 44223 0,'44'29'1968'0,"-12"-8"400"0,-3 1-1904 0,-4-6-464 16,-7-4 0-16,-2 0 0 0,8 4 160 0,18 15-160 15,23 14 160-15,15 12-160 0,5 4 0 0,-9-3-288 16,-11-8 32-16,-13-8 16 15,-12-5-592-15,-11-5-128 0,-8-4-32 0,-9-6-17424 0</inkml:trace>
  <inkml:trace contextRef="#ctx0" brushRef="#br0" timeOffset="22">5462 10473 18431 0,'0'0'1632'0,"-13"-6"-1312"16,13 6-320-16,0 0 0 0,0 0 960 0,0 0 128 15,0 0 32-15,0 0-7264 0,0 0-1440 0</inkml:trace>
  <inkml:trace contextRef="#ctx0" brushRef="#br0" timeOffset="23">5958 10364 41471 0,'-8'2'3680'0,"8"-2"-2944"0,-8 3-592 0,8-3-144 16,0 0 384-16,0 0 64 0,-3 23 0 0,0-1 0 15,2 10-272-15,1 12-48 0,4 14-128 0,4 9 192 16,2 9-192-16,4 9 0 0,2 6 0 0,1 10-160 15,2 9-112-15,-3 1-32 0,-1-2 0 0,-3-2 0 16,-1-3 160-16,-2-5 144 0,-2-6-208 0,-2-3 80 16,-1-4 128-16,-2-6 0 0,0-4 160 0,0-6-160 15,-1-2 336-15,-1-4-16 0,1-5-16 0,-2-7 0 16,-1-4-144-16,0-8-32 0,0-4 0 0,0-8 0 16,1-4-128-16,1-24 0 0,-7 28 0 0,7-28 0 15,0 0-464-15,0 0-32 0,0 0 0 0,-6-16 0 16,4-4-1024-16,0-11-208 0,-1-14-32 0,1-9-9520 15,0-10-1904-15</inkml:trace>
  <inkml:trace contextRef="#ctx0" brushRef="#br0" timeOffset="24">6129 10580 35471 0,'0'0'768'0,"0"0"176"0,-11-5 16 0,11 5 64 0,0 0-832 0,0 0-192 15,0 0 0-15,0 0 0 0,-7-7 1088 0,7 7 160 16,0 0 32-16,0 0 16 0,0 0-1104 0,36 2-192 0,-36-2 0 0,53 14-144 16,-19-6-176-16,6-1-48 0,8 0 0 0,9-1 0 15,4-2 96-15,6 0 16 0,3-2 0 0,8-4 0 16,9-5 256-16,6-5 0 0,7-2 0 0,4-1 0 16,2-3 176-16,-1-2 80 0,0-1 32 0,8-2 0 15,6 4 32-15,-1 0 0 0,-2 0 0 0,-4 4 0 16,0 3 32-16,-1 3 16 0,-1 2 0 0,-3 2 0 15,-2 0-48-15,3 3 0 0,1 2 0 0,1 0 0 16,-6 0-32-16,8 4-16 0,5 4 0 0,-2-3 0 16,-3 2-64-16,-7-2-16 0,-5 0 0 0,-3 1 0 15,1 2-192-15,-2 1 0 0,-2-2 0 0,-2 3 0 16,-3 1-304-16,-6-1 48 0,-5-1 16 0,-4 1 0 16,-3-1 240-16,1 3-176 0,-1 3 176 0,-1-1-160 15,-3 0 160-15,-4 2-192 0,0 3 192 0,-3 0-192 16,-4 1 192-16,0 5 0 0,6 6 0 0,-2 5 0 0,0 2 0 0,-7 1 0 15,-5 0 0-15,-8 1 0 0,-5 1 128 0,-4 2 16 16,-3 1 0-16,-1 6 0 0,-1 0-144 0,0 2 128 16,-1 2-128-16,0 6 128 0,0 6 64 0,-2 1 0 15,0-1 0-15,-1-2 0 0,-2-3-64 0,-2-1 0 16,-1 4 0-16,1 0 0 0,-2-2-128 0,0-3 0 16,1-2 0-16,-2-3 0 0,-1-1 0 0,-1 1-144 15,0 3 144-15,-3 0-160 0,-1-2 160 0,-1 3-160 16,-3 6 160-16,-3-2-160 0,-1 0 160 0,-3-2 0 15,-3-1 0-15,1-5-128 0,-2-4 128 0,0-1 0 16,-2-3 0-16,-1-7 0 0,-1-4 128 0,-1-3-128 0,-2-3 128 0,-2-6-128 16,-2-3 176-16,0-4-48 15,-3 1 0-15,-2-5 0 0,0-3 0 0,-7-2 0 0,-4-6 0 0,-5-1 0 16,-3-3-128-16,-2 0 0 0,4-1 144 0,-10-3-144 16,-9-5 0-16,-8-3 144 0,-3-1-144 0,-3 3 0 15,-4 0 0-15,0 1 0 0,-1 0 0 0,0 3 0 16,-1 2 0-16,0 1 0 0,2 0 0 0,-3 4 0 15,-1-1 0-15,-3 3 0 0,-4-2 128 0,-1 4-128 16,3 1 0-16,-8 0 0 0,-5 3 0 0,-1-1 0 16,-1 2 0-16,-3 2 0 0,-4 1 0 0,-4-3 0 15,-2 0 0-15,-5 2 0 0,-6 1 0 0,-4-1 0 16,-3 3-496-16,-12-2 0 0,-11-3 0 0,12 2 0 16,16 1-512-16,-1 4-96 0,3 3-32 0,8 2 0 15,7 1 176-15,10-5 48 0,6 2 0 16,3-6 0-16,9-3 1904 0,-1-1 384 0,4 0 80 0,2-2 16 0,5 2-896 0,3-2-192 15,2-1-16-15,5-1-16 0,5 1-32 0,1-3 0 16,4-1 0-16,5-1 0 0,4-1-320 0,8-3 0 16,3-2 0-16,6-1-128 15,6-1-464-15,4-2-96 0,5-1-16 0,5-2-17840 16</inkml:trace>
  <inkml:trace contextRef="#ctx0" brushRef="#br0" timeOffset="25">10085 11264 40543 0,'-9'17'3600'0,"3"0"-2880"16,6-17-576-16,-8 31-144 0,8-31 480 0,-8 43 64 16,-5 9 16-16,-7 26 0 0,-7 28-176 0,-4 6-16 15,2-5-16-15,1-12 0 0,2-12-128 0,2-12-32 16,1-12 0-16,0-7 0 0,1-5-352 0,0-9-80 15,0-6-16-15,3-6-12784 16,1-5-2560-16</inkml:trace>
  <inkml:trace contextRef="#ctx0" brushRef="#br0" timeOffset="26">11687 11649 35935 0,'0'0'3200'0,"0"0"-2560"16,0 0-512-16,0 0-128 0,0 0 880 0,0 0 144 15,25 7 48-15,-25-7 0 0,49 5-624 0,-5 0-112 16,13-3-16-16,9 0-16 0,7 0-112 0,5-2 0 16,7-2-16-16,7 0 0 0,6 2-16 0,-1-3 0 15,-5 1 0-15,0-1 0 0,0 1 128 0,0 0 32 16,-3 2 0-16,8-2 0 0,9 0-64 0,-1-1 0 0,-2-2 0 0,-1 1 0 31,-1-4-640-31,-9 2-144 0,-7-4-32 0,-9-2 0 0,-9 0 1392 0,-7-4 256 0,-5-1 64 0,-10-2 16 31,-8 0-1360-31,-8 0-256 0,-7-5-64 0,-11 0-8464 16,-9-4-1696-16,-7-3-336 0</inkml:trace>
  <inkml:trace contextRef="#ctx0" brushRef="#br0" timeOffset="27">13366 11023 11967 0,'0'0'1072'0,"0"0"-864"0,-8 24-208 0,8-24 0 0,0 0 6464 0,0 0 1264 16,0 0 240-16,29 23 48 0,-4-11-5824 15,14 5-1168-15,14 6-224 0,10 1-48 0,7 2-528 0,4 2-96 16,4 2-128-16,-1 5 176 0,-2 3-320 0,-6 2-64 16,-6 1-16-16,-7 0 0 0,-5-2 224 0,-6 4-192 15,-6-3 192-15,-7 1-192 0,-5-1 192 0,-8-2 0 16,-8-3 0-16,-9-2 0 0,-7 1 0 0,-13-4 0 16,-7-1 192-16,-11-1-192 0,-8-2 0 0,-12-2-144 15,-10-3-16-15,-9-2-12512 16,-5-7-2496-16</inkml:trace>
  <inkml:trace contextRef="#ctx0" brushRef="#br0" timeOffset="28">15158 10444 22111 0,'0'0'1968'0,"0"0"-1584"0,0 0-384 0,0 0 0 0,0 0 4720 0,16 12 848 15,-16-12 192-15,0 0 16 0,11 24-4304 0,-4 0-880 16,1 9-160-16,2 11-48 0,-1 11-384 0,-2 10 0 16,0 12 0-16,-2 9 0 0,0 9-160 0,-1 5 160 15,-2 4 0-15,1 9-144 0,3 7 144 0,0 7 0 16,4 6 0-16,2 3 128 0,3-4 192 0,5 8 32 15,5 6 16-15,-2-8 0 16,1-7-784-16,-3-13-160 0,-2-12-16 0,-1-10-16 0,-3-6 608 0,-2-11 0 16,1-9 192-16,-3-10-64 0,-1-10 624 0,-6-15 112 15,-1-9 32-15,-3-26 0 16,-1 24-1296-16,1-24-256 0,0 0-48 0,-8-33-16 16,3-3-304-16,-1-18-48 0,-2-20-16 0,0-16-11392 0,-1-12-2304 0</inkml:trace>
  <inkml:trace contextRef="#ctx0" brushRef="#br0" timeOffset="29">15199 10286 15663 0,'0'0'1392'15,"0"0"-1120"-15,0 0-272 0,0 0 0 16,0 0 3024-16,0 0 560 0,-13-10 96 0,13 10 32 0,0 0-2080 0,-6-16-416 16,6 16-64-16,9-17-32 0,-9 17-1120 0,25-14-240 15,-4 7-32-15,4-1-16 0,5 2 1008 0,7 0 208 16,6-1 32-16,9-2 16 0,8 2 448 0,11-3 96 16,5-1 16-16,9 0 0 0,8 3-800 0,8-2-160 15,6-1-16-15,8 3-16 0,6 4-176 0,1-1-48 16,-5 0 0-16,10 1 0 0,10 1-144 0,5 0-48 15,5 1 0-15,5 0 0 0,6-3 96 0,-1-2 16 16,-3-3 0-16,-5 1 0 0,-2 0 80 0,-2 1 32 16,-6 2 0-16,4 2 0 15,1 2-992-15,-2 0-208 0,-4 0-48 0,0 0 0 0,0-1 1616 0,-10 3 320 16,-10 2 64-16,-6-1 16 0,-2 2-816 0,-7 0-176 16,-2 3-128-16,-6 0 192 15,-1 2-960-15,-10-1-176 0,-5 2-32 0,-8-2-16 0,-5-2 752 0,-7 0 240 16,-8 2 0-16,-7 0-160 0,-5 0 688 0,-4 0 144 0,-4 0 32 15,-1 1 0-15,-2-2-848 0,-2 2-176 0,-2 1-16 0,-3-2-16 16,-3 1 96-16,-18-8 32 0,25 16 0 0,-25-16 0 16,14 16 96-16,-14-16 128 0,0 0-208 0,3 34 80 15,-3-34 128-15,-10 32 0 0,10-32 128 0,-20 41-128 16,7-18 160-16,0 1-32 0,-2 3-128 0,-1 4 192 16,1 2-64-16,0 2-128 0,2 8 176 0,0 4-176 15,3 1 256-15,1 4-48 0,1 5-16 0,1 2 0 16,1 1-48-16,2 7-16 0,2 6 0 0,0 5 0 15,3 2 0-15,2 6 0 0,1 3 0 0,2-3 0 16,1-1-832-16,2 1-160 0,0-1-32 0,0-2-16 16,3 2 720-16,1-2 192 0,1 5 0 0,2-2 0 15,0-2-192-15,1 0 64 0,0-4 0 0,1 1 0 0,-2-6 768 16,-1-5 176-16,0-9 16 0,0-4 16 0,-2-5-672 0,-1-7-176 16,-1-6 0-16,-3-7 0 0,-1-4 0 0,-2-6 160 15,-5-22-160-15,1 34 160 0,-1-34 64 0,-10 20 16 16,10-20 0-16,-25 12 0 0,5-9-240 0,-9-3 0 15,-10-2 0-15,-11-5 0 16,-7-5-896-16,-13-2-192 0,-7-4-16 0,-11-3-16 0,-11-2 832 0,-5-2 288 16,-4 4-192-16,-9 1 192 0,-6 3-144 0,0 7 144 15,11 3-128-15,-13 5 128 0,-14 6 512 0,-14 6 176 16,-11 6 32-16,0 2 16 0,1 0-736 0,4 6-320 16,8 0 32-16,1 2 0 0,0 0 80 0,-3-3 16 0,-3-1 0 15,-4-1 0-15,-1 0 192 0,-5-4 0 16,0 2 0-16,-1-4 0 0,0-1 0 0,1-5 0 0,0 0 0 0,10-6 0 15,10-3 0-15,16 2-144 0,18 1 144 0,16-1-128 32,10 3-256-32,15-1-32 0,11 0-16 0,7-3 0 0,6 1 112 0,5-4 32 0,5 2 0 0,6-1 0 31,7 0-1376-31,5-1-256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29T09:55:06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11655 10258 15663 0,'0'0'1392'0,"0"0"-1120"0,0 0-272 0,-7-8 0 16,7 8 1152-16,0 0 192 0,0 0 16 0,0 0 16 15,0-17-608-15,0 17-112 0,2-19-16 0,-2 19-16 16,0 0-800-16,8-19-144 0,-8 19-48 0,0 0 0 31,0 0-208-31,0 0-32 0,12-16-16 0,-12 16 0 0,0 0 880 0,0 0 160 0,0 0 32 0,0 0 16 16,0 0 544-16,0 0 96 0,0 0 32 0,6 26 0 16,-6-26-304-16,0 0-64 0,0 0-16 0,0 0 0 15,19 21-32-15,-19-21 0 0,0 0 0 0,30 2 0 16,-30-2 96-16,32-5 16 0,-32 5 0 0,41-9 0 15,-41 9-160-15,47-11-32 0,-47 11 0 0,43-10 0 0,-43 10-384 0,36-7-64 16,-7 3-32-16,8-4 0 0,3 1-160 16,0 0 0-16,-1 2 0 0,-3-3 0 0,-3 2 0 0,-2-1 0 15,-1 0 0-15,-1 0 0 0,-2 2 144 0,-2-2-144 16,-25 7 160-16,47-10-160 0,-47 10 464 0,44-6 0 16,-44 6 0-16,37-6 0 0,-37 6-208 0,32-7-32 15,-32 7-16-15,35-9 0 0,-35 9-208 0,29-12 0 16,-29 12 0-16,23-13 0 0,-23 13-192 0,19-13-144 15,-19 13-32-15,0 0 0 16,18-13-400-16,-18 13-96 0,0 0-16 0,0 0 0 16,2-15-2320-16,-2 15-448 0,-13-5-112 0,2 5-7824 0</inkml:trace>
  <inkml:trace contextRef="#ctx0" brushRef="#br0" timeOffset="1">12124 9842 21183 0,'0'0'944'0,"-6"-9"192"0,6 9-912 0,0 0-224 0,0 0 0 0,0 0 0 15,0 0 2512-15,0 0 464 0,0 0 96 0,0 0 0 16,0 0-1360-16,1 29-288 0,-1-29-48 0,8 40-16 16,-3-14-864-16,0 6-176 0,1 6-48 0,-3 6 0 15,1 3-272-15,-1 5 0 0,-1 7 0 0,-2 3 0 16,0 2-304-16,-1-5 48 0,1-6 0 0,-1-7 0 15,0-5 256-15,0-5-128 0,-1-3 128 0,0-3 0 0,0-4 0 16,1-5 0-16,1-21 0 0,-3 30 0 0,3-30-128 0,0 0-80 16,0 0-16-16,0 0-16032 15</inkml:trace>
  <inkml:trace contextRef="#ctx0" brushRef="#br0" timeOffset="2">13039 10072 36863 0,'0'0'3264'0,"0"0"-2608"16,0 0-528-16,0 0-128 0,0 0 272 0,0 0 32 15,0 0 0-15,0 0 0 16,26 17-816-16,-26-17-144 0,42 12-48 0,-13-7 0 16,2-1-608-16,6-1-128 0,2-3-32 0,-1 0 0 15,2-4 384-15,-1 0 64 0,1-3 0 0,-2 1 16 0,0-2 1568 0,-2-1 304 16,2-1 64-16,-3-4 16 0,-1 2 528 0,-1-2 96 15,-2 0 32-15,0-3 0 0,-2 3-640 0,0-3-112 16,-2 1-16-16,-1-1-16 0,1 0-656 0,-2-2-160 16,-3 0 0-16,-1 0 0 15,-4 1-576-15,-2 1-128 0,-2 2-48 0,-5-1-10224 16,0 0-2048-16</inkml:trace>
  <inkml:trace contextRef="#ctx0" brushRef="#br0" timeOffset="3">13700 9658 14735 0,'0'0'1312'0,"0"0"-1056"0,0 0-256 0,0 0 0 16,-10 18 3040-16,10-18 544 0,0 0 128 0,-4 31 0 16,1-7-1168-16,0 7-240 0,3 5-64 0,1 3 0 15,3 4-1264-15,-1 3-256 0,2 6-48 0,-1 0-16 16,1 0-528-16,-2 0-128 0,1-1 0 0,-1 4 0 15,0 3-704-15,-2 0-160 0,-2-5-32 0,-1-3-15360 16</inkml:trace>
  <inkml:trace contextRef="#ctx0" brushRef="#br0" timeOffset="4">11776 11047 23951 0,'0'0'2128'0,"0"0"-1696"15,0 0-432-15,0 0 0 0,0 0 1168 0,0 0 160 16,35-3 16-16,-35 3 16 0,44-2-64 0,-11-2-16 16,6 0 0-16,5-2 0 0,1-4-384 0,0 1-64 15,3-1-32-15,0-1 0 0,0-1-432 0,-1 2-96 16,2-2-16-16,-1 2 0 0,-6 2-256 0,2-2 0 15,1 2 0-15,-3-1 0 16,-5 1-704-16,-5 0-112 0,-2 1-16 0,-4 1-14848 0</inkml:trace>
  <inkml:trace contextRef="#ctx0" brushRef="#br0" timeOffset="5">12297 10783 27647 0,'0'0'2448'0,"-13"8"-1952"0,13-8-496 0,0 0 0 16,0 0 1728-16,-9 17 256 0,9-17 64 0,-13 28 0 16,5-2-704-16,0 7-128 0,5 5-16 0,1 3-16 15,3 3-624-15,1 1-128 0,0-2-32 0,0-1 0 16,1-3-240-16,-1-2-160 0,0-1 192 0,-1 0-192 15,0-4-640-15,1-2-256 0,-2-2-32 0,2-2-16384 16</inkml:trace>
  <inkml:trace contextRef="#ctx0" brushRef="#br0" timeOffset="6">13311 10812 33167 0,'0'0'1472'0,"-15"2"304"0,15-2-1424 0,0 0-352 0,-11 0 0 0,11 0 0 16,0 0 832-16,0 0 112 0,0 0 16 0,0 0 0 16,0 0-736-16,25 15-224 0,-25-15 128 0,39 9-128 15,-12-5 0-15,5-1 0 0,5 0-128 0,3-1 128 16,3-2 240-16,4 2 144 0,2-2 16 0,-1-2 16 15,0-2 256-15,-2 0 48 0,-1-1 16 0,-1-1 0 16,-2 1-432-16,-1 0-96 0,-1-2-16 0,-3 3 0 16,-3-4-336-16,-2 1-80 0,-3-2-16 0,-4 4-17904 15</inkml:trace>
  <inkml:trace contextRef="#ctx0" brushRef="#br0" timeOffset="7">12157 12534 34095 0,'0'0'3024'0,"-10"8"-2416"16,10-8-480-16,0 0-128 0,0 0 928 0,0 0 160 15,0 0 48-15,0 0 0 0,29 6-784 0,-29-6-160 16,46-5-16-16,-14 0-16 0,3-2-160 0,3-2 0 16,3-3 0-16,-1 1 0 15,1 0-752-15,-2 4-176 0,-4 0-32 0,-3 5-16 16,0 0-400-16,-3 1-80 0,-2 1-16 0,0 1 0 15,-27-1-64-15,52 3 0 0</inkml:trace>
  <inkml:trace contextRef="#ctx0" brushRef="#br0" timeOffset="8">13620 12377 34095 0,'0'0'3024'16,"0"0"-2416"-16,0 0-480 0,0 0-128 0,0 0 1536 0,0 0 272 15,0 0 64-15,25 9 16 0,-25-9-1360 0,41-2-272 16,-12-3-48-16,3-2-16 0,4-3-192 0,3-4 0 15,1 0 0-15,1 0 0 0,0 4 0 0,-1-1 0 16,-2 4-192-16,0-1 192 0,-4 4-320 0,-2-1 64 16,0 4 0-16,-2-1 0 0,-2 4 256 0,-28-2 0 15,46 3 0-15,-46-3 0 16,41 7-1936-16,-41-7-336 0,32 12-64 0</inkml:trace>
  <inkml:trace contextRef="#ctx0" brushRef="#br0" timeOffset="9">12146 13442 35935 0,'0'0'3200'16,"0"0"-2560"-16,0 0-512 0,0 0-128 0,0 0 432 0,0 0 64 15,0 0 16-15,31 9 0 0,-31-9-128 0,45 0 0 16,-14-3-16-16,1 1 0 0,4-2-192 0,1-2-48 16,3 2 0-16,1-3 0 0,2 2-128 0,0-2 0 15,-2 1 0-15,0 0 0 0,1-3 752 0,1-1 160 16,-2 1 48-16,3-1-19488 0</inkml:trace>
  <inkml:trace contextRef="#ctx0" brushRef="#br0" timeOffset="10">13604 13347 34095 0,'0'0'3024'0,"1"25"-2416"0,-1-25-480 0,0 0-128 16,0 0 1504-16,22 14 288 0,-22-14 48 0,37 1 16 15,2-1-1408-15,19 0-288 0,14-6-160 0,7-5 192 16,1-3-64-16,-2-5 0 0,-3 0 0 0,-6 0 0 15,-5 2-256-15,-6 1-64 0,-3 4-16 0,-8 0 0 16,-6 5-608-16,-4 0-112 0,-2 2-32 0,-3-2 0 16,-5 3-800-16,-27 4-160 0,46-13-48 0,-46 13-12688 15</inkml:trace>
  <inkml:trace contextRef="#ctx0" brushRef="#br0" timeOffset="11">14240 12798 42383 0,'-7'13'1872'0,"7"-13"400"0,-9 19-1824 0,9-19-448 16,0 0 0-16,-3 19 0 0,3-19 496 0,3 26 0 15,0 2 0-15,3 13 0 0,3 11-288 0,2 9-48 16,1 6-16-16,1 4 0 0,0 5-352 0,-2 8-80 15,0 5-16-15,-4 8-12752 16,-1 8-2560-16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29T09:55:06.36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13123 11690 23951 0,'0'0'2128'0,"-7"-6"-1696"15,7 6-432-15,0 0 0 0,0 0 496 0,0 0 16 16,0 0 0-16,-5-7 0 0,5 7-256 0,-7-9-32 15,7 9-16-15,0 0 0 0,-4-5-208 0,4 5 0 16,0 0 0-16,0 0-160 0,0 0 160 0,0 0 0 16,-7 17 0-16,7-17 0 0,-8 19 528 0,8-19 144 15,-14 28 32-15,5-10 0 0,-2 2 192 0,0 1 32 16,-2 3 16-16,0 0 0 0,-1 2-448 0,1-1-96 16,1 1-16-16,-2 0 0 0,-1 1-256 0,0 1-128 15,1-2 128-15,0-2-128 0,-1 2 0 0,1-4 0 16,0-3 0-16,1 0-176 0,1-5 32 0,0-2 0 15,1 0 0-15,3-5 0 16,8-7-528-16,-13 9-96 0,13-9-32 0,0 0 0 16,-8-2 256-16,8 2 48 0,0 0 16 0,3-12 0 0,-3 12 288 0,10-16 48 0,-10 16 16 0,19-24 0 31,-5 8-640-31,0-1-128 0,1 2-32 0,1-3-10592 0</inkml:trace>
  <inkml:trace contextRef="#ctx0" brushRef="#br0" timeOffset="1">13116 11767 27647 0,'-12'5'1216'0,"4"-2"256"0,8-3-1168 0,-11 7-304 15,11-7 0-15,0 0 0 0,0 0 192 0,0 0-32 16,0 0 0-16,-3 28 0 0,3-28-16 0,0 0 0 15,18 36 0-15,-18-36 0 0,25 21-144 0,-25-21 0 16,33 21 0-16,-33-21 0 0,39 22 256 0,-39-22-48 16,34 16 0-16,-34-16 0 0,39 17 320 0,-39-17 64 15,41 17 16-15,-41-17 0 0,38 14-192 0,-38-14-32 16,39 12-16-16,-39-12 0 0,35 7-368 0,-35-7 128 16,34 5-128-16,-34-5 0 0,29 2 0 0,-29-2 0 15,32-2 0-15,-32 2 0 0,35-5 0 0,-35 5 0 16,36-7 0-16,-36 7 0 0,32-11 0 0,-32 11 0 15,26-9 0-15,-26 9-9808 0,0 0-1968 0</inkml:trace>
  <inkml:trace contextRef="#ctx0" brushRef="#br0" timeOffset="2">13104 12000 16575 0,'0'0'736'0,"0"0"160"0,0 0-720 0,0 0-176 16,0 0 0-16,0 0 0 0,0 0 1104 0,0 0 192 16,0 0 48-16,0 0 0 0,0 0 368 0,0 0 80 15,0 0 0-15,0 0 16 0,0 0-592 0,1 26-128 16,-1-26-32-16,0 0 0 0,-3 24-240 0,3-24-48 16,-2 19-16-16,2-19 0 0,-1 23-64 0,1-23-16 15,0 28 0-15,0-28 0 0,2 32-96 0,-2-32-32 16,2 35 0-16,-2-35 0 0,6 41-192 0,-6-41-32 0,7 44-16 0,-4-20 0 15,1 0-112-15,1 7 0 0,-2 2-16 0,1 3 0 16,1 4-176-16,-2 0 128 0,1 2-128 0,0 1 128 16,-1-1-128-16,0 2 0 0,2 3 0 0,-2 5 0 15,0 1 0-15,0 1 0 0,0 1 0 0,-1-3 0 16,1-5 0-16,-1 0 0 0,1 0 0 0,-1-1 0 16,0-2 0-16,-1-3 0 0,0-3 0 0,1-2 0 15,-2-1 0-15,1-4 0 0,0-3 0 0,0-6 0 16,-1-22 160-16,2 38-160 0,-2-38 192 0,1 28-192 15,-1-28 176-15,0 0-176 0,1 29 160 0,-1-29-160 16,0 0 0-16,0 0 0 0,0 0 0 0,0 0 0 16,0 0 0-16,0 0 128 0,0 0-128 0,0 0 0 15,0 0 0-15,0 0-160 0,0 0 32 0,0 0 0 16,0 0-304-16,0 0-48 0,0 0-16 0,0 0 0 16,17-15-240-16,-17 15-48 0,0 0-16 0,0 0 0 15,0 0-1024-15,32 1-208 0</inkml:trace>
  <inkml:trace contextRef="#ctx0" brushRef="#br0" timeOffset="3">12223 13838 22111 0,'-15'4'1968'0,"2"-2"-1584"0,2-2-384 0,11 0 0 15,-12 0 2480-15,12 0 400 0,0 0 96 0,-14-6 16 16,3 3-1408-16,-2-2-288 0,1 1-48 0,3-1-16 0,9 5-720 0,-8-5-128 16,8 5-48-16,0 0 0 0,0 0-336 15,0 0 0-15,15 31 0 0,-5-10 0 0,3 10-128 0,1 7 128 16,2 7-128-16,2 7 128 0,-1 3 0 0,1 6 0 15,1 5 0-15,-2 8-128 0,3 7 128 0,-3 0 0 16,-1-3-144-16,-2 2 144 0,-2 7-352 0,-2-5 0 16,-2-2 0-16,-4-6 0 0,-2-5 112 0,-2-3 32 15,0 0 0-15,-1-7 0 0,0-6 592 0,-1-6 128 16,-1-4 32-16,0-7 0 0,-2-4 608 0,2-8 112 16,-1-7 16-16,4-17 16 0,-5 17-1088 0,5-17-208 15,0 0 0-15,-9-20 0 16,5-1-2432-16,-1-10-384 0,0-9-80 0,0-5-7888 15,1-8-1568-15</inkml:trace>
  <inkml:trace contextRef="#ctx0" brushRef="#br0" timeOffset="4">12317 13902 17503 0,'-19'9'1552'0,"4"-2"-1232"0,1-2-320 0,4-1 0 15,10-4 2864-15,-8 1 512 0,8-1 96 0,-13 2 32 16,1-1-2032-16,-3 0-416 0,2-2-80 0,5-2-16 16,8 3-960-16,-7-10-368 0,7 10 16 0,0 0 0 15,14-29-832-15,-14 29-160 0,24-28-48 0,-24 28 0 16,33-28 544-16,-33 28 96 0,34-24 32 0,-34 24 0 0,39-21 464 0,-39 21 80 15,41-20 32-15,-41 20 0 0,43-16 144 0,-43 16 176 16,48-16-48-16,-48 16 0 0,53-17 192 0,-27 8 16 16,1 0 16-16,-1 1 0 0,2 1 736 0,1-1 128 15,-29 8 48-15,59-6 0 0,-26 3-176 0,-1 1-48 16,5 2 0-16,-2 0 0 0,1 0-128 0,0 2-16 16,-2 1-16-16,4-1 0 0,1 2-128 0,3 1-32 15,1-2 0-15,1-1 0 0,4 0-304 0,-2 0-64 16,1 1-16-16,-1 2 0 0,1 0-128 0,2 2-16 15,3-3-16-15,2 1 0 0,2 0 0 0,-3 2 0 16,0-1 0-16,3 0 0 0,1 1 16 0,5 0 16 0,3 0 0 0,1 1 0 16,0-4-16-16,0-4-16 0,4-2 0 0,2-1 0 15,-1-2-32-15,0-2 0 0,-1-4 0 0,1-1 0 16,0 0-144-16,1-2 0 0,0 2 0 0,-4 0 128 16,-2-1-128-16,1 0 0 0,0 1 0 0,-5 2 0 15,-3 1 0-15,-3 0 0 0,-1 4 0 0,-4-1 0 16,-2 3-192-16,-3-2 192 0,-3 2-192 0,-3 1 192 15,-4 2-224-15,-4 0 80 0,-1 2 16 0,-3 1 0 16,-1 1 128-16,-1-1-128 0,0 1 128 0,-2-1-128 16,-24-3 128-16,41 7 0 0,-41-7 0 0,37 5 0 15,-37-5 0-15,32 5 0 0,-32-5 0 0,27 3-128 16,-27-3 128-16,0 0 0 0,30 1 0 0,-30-1 0 0,0 0 0 16,0 0 0-16,26 10 0 0,-26-10 0 15,0 0 0-15,0 0 0 0,0 0 0 0,0 0 0 16,0 0 0-16,0 0 0 0,0 0 0 0,0 0 0 0,0 0 0 0,0 0 144 15,11 18-144-15,-11-18 160 0,0 0-32 0,0 0-128 16,-9 17 192-16,9-17-64 0,0 0-128 0,-4 22 192 16,4-22-192-16,-2 26 192 0,2-26-192 0,1 35 128 15,1-16-128-15,1 0 128 0,0 5-128 0,2 0 0 16,0 0 0-16,2 2 128 0,0 2-128 0,3 0 0 16,-1 5 0-16,0-2 0 0,0 3 0 0,1-1 0 15,0 0 0-15,0 0 0 0,1 2 0 0,0 0 0 16,1 2 0-16,-1 1 0 0,2 0 0 0,0-3 0 15,0 0 0-15,-2-1 0 0,0-1 0 0,-1 0 0 16,0-2-144-16,0 0 144 0,-1 0-224 0,-1 2 16 16,0-2 0-16,-1-2 0 0,0 1-48 0,0-2 0 0,-1 1 0 15,1 0 0-15,-1 1 80 0,0-2 16 0,-1-1 0 16,-1-2 0-16,0-1 0 0,-1-4 0 0,-1-2 0 0,-2-18 0 16,0 32 160-16,0-32-160 0,-1 20 160 0,1-20-160 15,0 0 160-15,-7 21 0 0,7-21 0 0,0 0 0 16,0 0 0-16,-9 13 0 0,9-13 0 0,0 0 0 15,0 0 128-15,0 0-128 0,0 0 160 0,0 0-160 16,-14 9 128-16,14-9-128 0,0 0 0 0,0 0 144 16,0 0-144-16,-13 10 0 0,13-10 0 0,0 0 0 15,-10 17 0-15,10-17 0 0,-9 16 0 0,9-16 0 16,-10 22-144-16,10-22 144 0,-13 25-192 0,13-25 192 16,-16 27 0-16,7-15-128 0,0 2 128 0,-1-2 0 15,-2 0 0-15,0-3 144 0,0 0-16 0,-1-1 0 16,-1 0 16-16,-2-1 0 0,0-1 0 0,-1 1 0 0,0-2-16 0,-1 0-128 15,1-1 192-15,-2 1-64 0,0 0-128 0,1-1 0 16,-1 1 0-16,-1-2 0 0,0 1 0 0,-2 1 0 16,-1 0 0-16,1-1 0 0,1-1 0 0,-3 2 0 15,-2 1 0-15,-1-1 0 0,2-2 128 0,-2 1 64 16,-1-1 0-16,-2 0 0 0,0 1-64 0,0-2-128 16,-1 0 192-16,1 1-64 0,-2 2-128 0,0-1 0 15,0 2 0-15,-1-2 0 0,-2 3 0 0,2 0 0 16,0 0 0-16,-1 0 0 0,0 1 0 0,-2 1 128 15,-1 0-128-15,-2 1 0 0,-1 2 0 0,-2-2 0 16,0-1 128-16,-1-2-128 0,-1 3 0 0,0-1 0 16,-2 2 0-16,-2-1 0 0,0 0 0 0,-2 0 0 15,-1-1 0-15,1 0 0 0,0 2 0 0,0-3 0 0,3-1 0 0,-2 1 0 16,0-4-224-16,-2 1 80 0,0 2 16 0,0-2 0 16,1 0-32-16,-2-1 0 0,2-1 0 0,-1-1 0 15,0 1 16-15,0 1 0 0,2 1 0 0,2 2 0 16,2-2 144-16,2 0 0 0,2-2 0 0,-1 0 0 15,-1 0 0-15,-2 2 176 0,1-3-176 0,1 3 192 16,2 2-64-16,1-5-128 0,1 3 192 0,-1 0-64 16,0-3-128-16,1 2 0 0,1-1 0 0,1-2 128 15,1 1-128-15,4-2 0 0,1 0 0 0,3 0 128 16,0 0-128-16,0-2-224 0,1 2 48 0,0-1 16 16,2-1-80-16,2 2-16 0,4 2 0 0,1-2 0 15,4 3-128-15,0-1-48 0,3 0 0 0,3 1 0 16,1-1-784-16,2 1-144 0,5-3-48 0</inkml:trace>
  <inkml:trace contextRef="#ctx0" brushRef="#br0" timeOffset="5">1896 14956 33167 0,'-11'8'2944'0,"5"-4"-2352"0,3 1-464 0,3-5-128 16,0 0 0-16,0 0 0 0,-2 17 128 0,0-8-128 16,2 6 160-16,0-15-32 0,13 21-128 0,-13-21 192 15,33 11-896-15,-33-11-176 0</inkml:trace>
  <inkml:trace contextRef="#ctx0" brushRef="#br1" timeOffset="6">17061 13849 4607 0,'0'0'400'0,"0"0"-400"0,0 0 0 0,0 0 0 15,0 0 192-15,0 0-32 0,0 0-16 0,0 0 0 16,6-23-400-16</inkml:trace>
  <inkml:trace contextRef="#ctx0" brushRef="#br1" timeOffset="7">17504 13394 24879 0,'0'0'2208'0,"0"0"-1760"16,0 0-448-16,0 0 0 0,0 0 1408 0,0 0 192 16,0 0 32-16,0 0 16 0,-11-7-304 0,11 7-64 15,0 0-16-15,0 0 0 0,0 0-624 0,18-12-128 16,-18 12-32-16,0 0 0 0,38 3 80 0,-38-3 16 0,38 11 0 15,-38-11 0-15,42 17-208 0,-20-7-48 0,3 1 0 0,1 4 0 16,0 1-320-16,-2 1 128 0,-2 1-128 0,-2-2 0 16,-1-1 0-16,-19-15 0 0,28 31 0 0,-28-31-192 31,19 30-480-31,-19-30-96 0,10 27-32 0,-10-27 0 16,1 25-160-16,-1-25-48 0,-7 23 0 0,7-23 0 0,-17 24-64 0,17-24-16 0,-27 28 0 0,11-16 0 15,-2 2-448-15,-2-2-80 0,0 0-32 0,-2-1 0 16,1-2 1136-16,1-1 208 0,1-3 48 0,1 3 16 15,18-8 1200-15,-27 9 224 0,27-9 48 0,-18 6 16 16,18-6 416-16,0 0 96 0,0 0 16 0,0 0 0 16,0 0-848-16,0 0-160 0,0 0-48 0,23-6 0 0,-23 6-544 15,31-8-176-15,-31 8 0 0,43-10 0 0,-17 4 448 16,2 1-32-16,-1-1 0 0,1 0 0 0,-2-1 160 0,-2 0 48 16,0 2 0-16,-1 0 0 0,-23 5-336 0,38-9-64 15,-38 9-16-15,26-5 0 0,-26 5-208 0,0 0 0 16,0 0 0-16,0 0 0 15,0 0-576-15,0 0-64 0,8 24-16 0,-8-24 0 16,-27 26-864-16,8-9-160 0,-4 4-48 0,-3 2 0 16,-3 1 448-16,-2 2 96 0,0 0 16 0,-2 0 0 0,3-2 1168 0,0-2 192 15,3-2 64-15,3 0 16 0,2-4 768 0,3-1 160 16,4-4 16-16,15-11 16 0,-15 15-48 0,15-15-16 16,0 0 0-16,0 0 0 0,0 0-576 0,25 2-112 15,-25-2-32-15,38-10 0 0,-16 3-448 0,5 0 0 16,4-2 0-16,3-3-160 0,-1 2 336 0,-1-1 64 0,0 4 16 0,-3-3 0 15,-1 3-64-15,-1 1-16 0,0 0 0 16,-1 1 0-16,-3 1-176 0,-2 1 0 0,-21 3 0 0,32-2 0 16,-32 2 0-16,23 2-272 0,-23-2 64 0,0 0-11712 15,18 12-2352-15</inkml:trace>
  <inkml:trace contextRef="#ctx0" brushRef="#br1" timeOffset="8">17612 14245 37775 0,'0'0'1664'0,"-19"14"368"0,19-14-1632 0,0 0-400 15,0 0 0-15,0 0 0 0,0 0 160 0,0 0-160 16,0 0 192-16,0 0-192 0,34-4-144 0,-10-1-144 15,5-5-32-15,2 1 0 0,3 0 112 0,0 1 16 0,-2 1 0 0,-1 0 0 16,-3 3 192-16,0 1 0 0,-2 3 0 0,-4 2 160 16,-22-2-160-16,36 5 0 0,-36-5 0 0,24 12 0 15,-24-12 0-15,12 19 0 0,-12-19-128 0,3 26 128 32,-3-26-800-32,-8 33-96 0,1-16 0 0,-7 2-16 15,-3-3-736-15,-3 3-144 0,-4 0-16 0,-4 1-16 0,-4 1-384 16,-2 2-80-16,-2-1-16 0,1-1 0 0,4-4 784 0,0-2 160 0,3-2 16 0,3-1 16 15,4 0 3200-15,4-3 640 0,17-9 128 0,-22 14 32 16,22-14 160-16,0 0 48 0,0 0 0 0,0 0 0 16,0 0-1504-16,22-4-288 0,-22 4-64 0,44-13-16 15,-15 4-800-15,4 0-208 0,3-1 0 0,1 3 0 16,0-2 304-16,-4 1-32 0,0 2 0 0,-3 0 0 0,-2 0-272 0,-1 3 0 16,-2-1 128-16,-2 3-128 0,-3-1 0 0,-20 2-272 15,36 0 48-15,-36 0 16 16,29-2-320-16,-29 2-64 0,23-12-16 0,-23 12 0 15,17-22-320-15,-9 4-64 0,-1-2-16 0,-1-6 0 16,-2-6-1296-16,0-4-256 0</inkml:trace>
  <inkml:trace contextRef="#ctx0" brushRef="#br1" timeOffset="9">18242 13629 20271 0,'2'-21'896'0,"-2"21"192"0,1-29-880 0,-1 29-208 15,0 0 0-15,0 0 0 0,0-21 2272 0,0 21 416 16,0 0 64-16,-3-26 32 0,3 26-400 0,-3-20-80 0,3 20 0 0,0 0-16 15,0 0-1248-15,0 0-240 0,-13 34-48 0,11-4-16 16,-1 11-512-16,2 9-96 0,1 14-128 0,1 7 176 16,1 7-176-16,1 8 0 0,3 4 0 0,1 7 0 15,1 5 0-15,1 5 0 0,2 4 0 0,-1-9 0 16,-1-10 0-16,-2-14 0 0,-2-16 0 0,0-9 0 16,-3-11 0-16,1-4 0 0,1-5 0 0,-1-4 0 15,2-6 0-15,-5-23 0 0,8 29 0 0,-8-29 0 16,0 0-1232-16,12-17-176 0,-8-11-48 0,0-10-15504 15</inkml:trace>
  <inkml:trace contextRef="#ctx0" brushRef="#br1" timeOffset="10">18476 13288 3679 0,'0'0'320'0,"0"0"-320"15,0 0 0-15,0 0 0 0,0 0 7344 0,0 0 1392 16,0 0 288-16,0 0 48 0,0 0-6080 0,21 9-1216 15,-21-9-240-15,27 14-64 0,-27-14-1152 0,44 17-320 16,-18-10 128-16,4 2-128 0,6-2 0 0,2-2 0 16,4 0 0-16,2-5 0 0,1-1 0 0,1-3 0 15,-2 0 0-15,-3-1 0 0,-4 1 0 0,-3 1 0 16,-1 3 0-16,-2 0 0 0,-3 0-128 0,-1 2 128 16,-2 2 0-16,-2 4 0 0,1 1 0 0,-5 1-128 15,-19-10 128-15,34 23 0 0,-34-23 0 0,31 33 0 16,-17-14 0-16,-2 4 0 0,0 2 0 0,-1 3 0 15,0 6 0-15,0 3 0 0,1 4 0 0,-1 3 0 0,1 2 0 16,1 8 0-16,2 7 0 0,0 4 0 0,1 6 128 0,0 3-128 16,0 1 0-16,-1 4 0 0,1 6 0 0,-1 0 0 15,2-1 0-15,-3-1-208 0,-1-13 64 0,0-1 16 16,-2-2-80-16,-2-5-16 0,-1-3 0 0,-1-4 0 16,-1-6 224-16,-1-2 0 0,-1-4 0 0,-2-7 0 15,2-3 0-15,-2-7 0 0,0-5 0 0,-2-21 0 16,1 24 0-16,-1-24 0 0,0 0 0 0,0 0 0 15,0 0-336-15,0 0-128 16,0 0-32-16,-22-17 0 0,22 17-464 16,-18-33-112-16,5 12-16 0,-5-5 0 0,-2-3-64 0,-5-4 0 0,0 2-16 0,-4-4-13136 15</inkml:trace>
  <inkml:trace contextRef="#ctx0" brushRef="#br1" timeOffset="11">18497 13859 19343 0,'0'0'1728'0,"0"0"-1392"0,0 0-336 0,-2 19 0 15,2-19 3760-15,0 0 672 0,0 0 144 0,0 0 32 16,0 0-3696-16,17 18-720 0,-17-18-192 0,29 12 0 15,-29-12 0-15,43 10 0 0,-18-8 0 0,2-4 0 16,3 2 1264-16,0-5 208 0,0-2 64 0,-1 2 0 16,-1-4-1056-16,-1 2-208 0,-2-2-32 0,-4 1-16 15,0-1-224-15,-21 9 0 0,34-17 0 0,-34 17 0 16,27-21-400-16,-27 21-32 0,24-22 0 0,-24 22 0 16,19-23-1296-16,-19 23-272 0,15-24-48 0,-15 24-16 15,10-26 16-15,-10 26 16 0,5-22 0 0,-5 22 0 16,-2-20 944-16,2 20 176 0,0 0 32 0,-13-17 16 0,13 17 496 15,-16-3 112-15,16 3 0 0,-20 5 16 0,20-5 816 0,-25 17 176 16,11-5 16-16,-1 4 16 0,1 3 384 0,-2 5 80 16,-2 7 16-16,-1 2 0 0,1 2-208 0,-2 8-32 15,0 2-16-15,0 3 0 0,0-2-544 0,3-2-96 16,-1-2-32-16,1-4 0 0,1 0-336 0,1-2 0 16,1-4 0-16,0-3 0 0,3-5 0 0,1-5 0 15,3-3 0-15,7-16 0 0,-11 19 368 0,11-19 96 16,0 0 32-16,0 0 0 0,0 0 368 0,0 0 80 15,0 0 16-15,0 0 0 0,24-11-384 0,-24 11-64 16,32-20 0-16,-10 6-16 0,3-2-176 0,3-3-48 0,1 0 0 16,2-2 0-16,1 2-80 0,1 0-32 0,-2 1 0 0,-1 2 0 15,-1 2-160-15,-3 2 0 0,-3 3 0 0,-2 1 128 16,-21 8-128-16,36-9 0 0,-36 9 0 0,26-2-176 16,-26 2-64-16,0 0-16 0,21 5 0 0,-21-5 0 31,0 0-544-31,0 0-112 0,-11 26-32 0,11-26 0 15,-24 30-992-15,4-8-208 0,-1 2-32 0,-3 4-16 0,-3 6-304 16,-1 1-64-16,-1 0-16 0,2 0 0 0,2-1 1760 0,1-3 368 0,3-3 64 0,2-2 0 16,4-4 2720-16,3-3 544 0,12-19 96 0,-12 28 32 15,12-28-768-15,0 0-160 0,0 0-32 0,16 12 0 16,-16-12-1168-16,31-9-240 0,-11 1-64 0,4-3 0 16,3 1-272-16,1-4-64 0,3 2-16 0,-3-2 0 15,-1 4-48-15,1-1-16 0,0 3 0 0,-1 2 0 16,-2 1-160-16,-3 4 0 0,-1 2 0 0,-21-1 0 0,33 11 0 0,-33-11 0 15,27 20 0-15,-27-20 0 0,18 32 128 0,-12-12-128 16,-2-1 128-16,-4 2-128 0,-1 1 0 0,-4 1 0 16,-1 1 0-16,-4-3 0 15,1-2-512-15,-2-3 0 0,11-16 16 0,-22 20-17392 16</inkml:trace>
  <inkml:trace contextRef="#ctx0" brushRef="#br1" timeOffset="12">20159 13285 41471 0,'0'0'1840'0,"0"0"368"0,0 0-1760 0,0 0-448 16,0 0 0-16,0 0 0 0,0 0 320 0,0 0 0 15,0 0-16-15,0 0 0 0,0 0-304 0,0 0 0 16,24 7 0-16,-24-7 0 0,0 0-336 0,13 22 16 16,-13-22 16-16,-2 38 0 0,-4-9 48 0,-5 8 0 15,-5 8 0-15,-4 7 0 0,-4 6 256 0,-2 3 0 16,-2 3 0-16,-2-3 0 0,1-4 0 0,0-2-128 16,-1-1 128-16,1-4-208 15,4-7-624-15,2-6-128 0,4-8-32 0,3-8 0 16,16-21-1376-16,-20 18-256 0,20-18-64 0,0 0-16 15,-2-20 96-15,11-1 32 0,5-8 0 0,3-9-6768 0</inkml:trace>
  <inkml:trace contextRef="#ctx0" brushRef="#br1" timeOffset="13">20068 13634 11631 0,'70'-91'256'0,"-57"75"48"0,-13 16 16 0,0 0 0 0,0 0-320 0,16-15 0 0,0 1 0 0,11-5 0 16,7-4 4384-16,1-1 800 0,-2 5 176 0,-3 5 16 16,-6 7-2000-16,-4 1-416 0,-20 6-80 0,30 1 0 15,-30-1-1856-15,20 9-384 0,-20-9-64 0,14 19 0 16,-14-19-576-16,7 26 0 0,-7-26 0 0,-2 36 0 31,-3-13-576-31,-1 1-160 0,-3 4-32 0,-2-1-16 16,-1-1-1840-16,-1 0-352 0,0-2-80 0,2-1-16 0,1-1 1360 15,3-6 272-15,7-16 48 0,-9 24 16 0,9-24 3008 0,0 0 608 0,0 0 112 0,15 17 16 16,-15-17-880-16,27-5-176 0,-7-3-32 0,3-5-16 16,5-4-672-16,1-2-128 0,5-2-16 0,5-4-16 15,5-5-32-15,5-4 0 0,3-3 0 0,1 1 0 16,1-2-48-16,-1 1-16 0,0 4 0 0,-2 1 0 0,-1 4-48 0,-5 4-16 15,-3 1 0-15,-4 4 0 0,-4 2-80 0,-5 3 0 16,-5 7-16-16,-5-1 0 0,-19 8-176 0,29-6 0 16,-29 6 0-16,0 0 128 0,22 6-128 0,-22-6 0 15,0 0 0-15,-2 24 0 16,2-24-400-16,-19 31-16 0,2-12 0 0,-6 5 0 16,-5 6-448-16,-7 0-96 0,-6 2 0 0,-6 2-16704 0</inkml:trace>
  <inkml:trace contextRef="#ctx0" brushRef="#br1" timeOffset="14">20403 13932 11967 0,'-29'22'528'0,"9"-8"112"0,2 0-512 0,18-14-128 16,-18 13 0-16,18-13 0 0,0 0 1488 0,-20 11 272 0,20-11 48 0,-31 19 16 15,31-19 176-15,-27 17 48 0,27-17 0 0,0 0 0 16,0 0 320-16,0 0 80 0,17-20 16 0,-1 10 0 16,3-3-608-16,3-2-112 0,3 1-16 0,2-2-16 15,3 1-1008-15,-1-1-192 0,1 4-32 0,-3 2-16 16,1 1-288-16,0 1-176 0,0 4 192 0,0 3-192 15,-3 2 0-15,-2 6 0 0,-2 0 0 0,-4 5-144 16,-1 5-128-16,-3 0-32 0,-3 4 0 0,-2 0 0 16,-5 5 32-16,-3-1 0 0,-4 0 0 0,-5-1 0 15,-5 2-64-15,-5-2-16 0,-5 2 0 0,-5-1 0 16,-4-1-1184-16,-3-3-224 0,-4 1-48 0,0-6-16 16,-1-4-1936-16,-1-1-384 0,0-5-80 0,1-3 0 15,3-3 1104-15,4-3 240 0,4 0 32 0,2-3 16 16,4 1 3456-16,4 0 688 0,20 5 144 0,-26-14 16 0,26 14 1120 0,-13-12 224 15,13 12 32-15,0 0 16 0,0 0-576 0,0 0-112 16,14-16-32-16,-14 16 0 0,0 0-576 0,32 4-112 16,-32-4-32-16,29 21 0 0,-13-4-384 0,-1 5-80 15,1 4 0-15,-1 4-16 0,-1 1-752 0,-1 4-192 16,0 3 0-16,-2 0 0 0,0 3-256 0,-2-1-64 16,0 4-32-16,-3-3 0 0,1 0 112 0,-4-3 32 15,-1-1 0-15,-2-3 0 0,-1-4-112 0,-2-3 0 16,-2-4-16-16,-1-1 0 15,0-6-176-15,6-16-48 0,-16 26 0 0,16-26 0 16,-16 14 48-16,16-14 16 0,0 0 0 0,-17 1 0 0,17-1 496 0,0 0 0 16,-3-29 0-16,8 11 0 0,2-9 1216 0,4-4 144 15,3-7 32-15,5-6 0 0,4-4-320 0,6-11-64 16,7-5-16-16,4-1 0 0,-2 4-608 0,9-3-112 0,7 0-16 0,6 2-16 16,1-1-96-16,3 7-16 0,2 4 0 0,2 5 0 15,0 7 0-15,-1 5-128 0,-4 5 192 0,-5 5-64 16,-6 6-128-16,-6 5 0 0,-5 4 144 15,-4 8-144-15,-2 3 0 0,-4 7 0 0,-3 2 0 0,-3 4-128 16,-2 5 128-16,-5 5 0 0,-2 2 0 0,-5 2 0 16,-4 1 0-16,-5 2 0 0,-4-1 0 0,-7 1 0 15,-3 0 0-15,-5-3-192 0,-6 3 32 0,-5-2 0 16,-6-1-32-16,-5-2-16 0,-2-2 0 0,-5-5 0 16,-1-3-96-16,-1-4-16 0,-1-3 0 0,2-6 0 15,1-3-480 1,1-5-96-16,3-1-32 0,5-4 0 0,5-4 384 0,6-3 80 0,5 0 16 0,4-2 0 15,5-3 1264-15,4-3 256 0,4-1 48 0,4 0 16 16,2-2-432-16,3-1-96 0,5 3-16 0,2 0 0 0,1 2-320 0,4 3-64 16,2 4-16-16,0 6 0 0,2 1-192 0,1 7 144 15,1 3-144-15,1 5 128 0,0 7-128 0,-1 4 0 16,-3 6-160-16,0 11 160 0,2 10-208 0,-2 9 48 16,0 14 16-16,-4 8 0 0,0 6 144 0,-4 7 128 15,-2 4-128-15,-2 2 176 0,-3 2 288 0,-2-5 64 16,0-2 16-16,-2-8 0 0,0-2 208 0,-1-7 32 15,0-6 16-15,0-6 0 0,0-5-512 0,0-9-96 16,0-7-32-16,-1-7 0 0,-1-10-416 0,2-21-96 16,-6 24-16-16,6-24 0 15,0 0-880-15,0 0-176 0</inkml:trace>
  <inkml:trace contextRef="#ctx0" brushRef="#br1" timeOffset="15">12647 14316 19343 0,'0'0'1728'0,"-15"0"-1392"0,15 0-336 0,0 0 0 16,-11-2 2384-16,11 2 416 0,0 0 80 0,0 0 0 15,-10-5-1120-15,10 5-224 0,-11-7-64 0,11 7 0 16,0 0-832-16,-9-12-192 0,9 12-16 0,0 0-16 16,0 0-416-16,0-19 0 0,0 19 0 0,0 0 0 15,0 0 0-15,0 0 0 0,-1-19 0 0,1 19 0 16,0 0 432-16,0 0 0 0,0 0 0 0,0 0 0 16,0 0 112-16,0 0 32 0,0 0 0 0,0 0 0 15,0 0-288-15,0 0-48 0,0 0-16 0,0 0 0 16,0 0-224-16,26-7 144 0,-26 7-144 0,0 0 128 15,34 5-128-15,-34-5 0 0,33 5 0 0,-33-5 128 16,44 7-128-16,-44-7 0 0,56 6 0 0,-23-5 0 16,2-1 0-16,2 0 0 0,-1-3 0 0,1 0 0 0,2-1 0 0,2-3 0 15,5 2 144-15,4-4-144 0,5 0 128 0,0-1-128 16,1-2 128-16,2 0-128 0,2-2 0 0,2-2 144 16,3 3-144-16,-1-1 0 0,1 0 224 0,1 0-64 15,3 0-16-15,0-3 0 0,1 1 16 0,-2 1 0 16,-3 1 0-16,-1 0 0 0,1 1 0 0,0 1 0 15,4-1 0-15,-3 1 0 0,-1 3-32 0,-4 1 0 16,0 1 0-16,2 1 0 0,-1 0-128 0,-3 2 160 16,-6 1-160-16,-2 1 160 0,-1 2-160 0,-3 0 0 15,-3 2 144-15,-5-1-144 0,-4 2 0 0,-5 0 0 16,-3 3 0-16,-27-6 0 0,41 13 0 0,-41-13 0 16,34 13 0-16,-34-13 0 0,27 12 0 0,-27-12 0 15,25 11 0-15,-25-11 0 0,24 7 0 0,-24-7 128 16,24 8-128-16,-24-8 0 0,22 4 128 0,-22-4-128 0,22 4 128 15,-22-4-128-15,22 3 0 0,-22-3 0 0,0 0 0 0,26 0 0 16,-26 0 0-16,0 0 0 0,0 0 0 0,0 0 0 16,0 0 0-16,0 0 0 0,0 0 0 0,0 0-192 31,0 0-464-31,0 0-112 0,0 0 0 0,0 0-18272 0</inkml:trace>
  <inkml:trace contextRef="#ctx0" brushRef="#br1" timeOffset="16">13328 14575 16575 0,'0'0'1472'0,"0"0"-1168"16,-11 7-304-16,11-7 0 0,0 0 2688 0,0 0 496 15,0 0 80-15,0 0 32 0,0 0-2464 0,0 0-480 0,-10 12-96 0,10-12-32 32,0 0-640-32,0 0-128 0,0 0-32 0,0 0 0 0,0 0 192 0,0 0 48 0,0 0 0 0,0 0 0 15,0 0 480-15,0 0 112 0,0 0 0 0,0 0 16 16,0 0 512-16,0 0 112 0,0 0 0 0,0 0 16 16,0 0-192-16,0 0-32 0,33-5-16 0,-33 5 0 15,28-5-64-15,-28 5-16 0,40-9 0 0,-15 6 0 16,2-1-80-16,2-1-32 0,6 2 0 0,2 0 0 15,3 2 0-15,0-2 0 0,1-1 0 0,2 1 0 16,3-1-32-16,4-1 0 0,3 0 0 0,3 1 0 16,2-1-48-16,2 0-16 0,2-2 0 0,1-3 0 15,-2 2-128-15,7-1-48 0,5 0 0 0,2-2 0 0,0 1-16 0,2 0-16 16,3 0 0-16,-2-1 0 0,-6 2 80 0,2-1 32 16,4 0 0-16,-1-1 0 0,0 1 80 0,-3 1 16 15,-5 2 0-15,-2 0 0 0,0 2-64 0,-4 2-16 16,-6 1 0-16,-4 2 0 0,-6 0-176 0,-1 5-128 15,-5 0 192-15,-3-1-192 0,-6 3 0 0,-4-2 0 16,-5 2 0-16,-23-7 0 16,32 14-464-16,-32-14-48 0,17 13-16 0,-17-13-12880 15,0 0-2576-15</inkml:trace>
  <inkml:trace contextRef="#ctx0" brushRef="#br1" timeOffset="17">12630 14042 15663 0,'0'0'1392'0,"0"0"-1120"16,0 0-272-16,0 0 0 0,0 0 1008 0,0 0 144 15,0 0 16-15,0 0 16 0,-13 9 480 0,13-9 112 16,0 0 16-16,-12 14 0 0,12-14 448 0,0 0 112 15,0 0 16-15,-10 12 0 0,10-12-1920 0,0 0-448 16,0 0 0-16,0 0 0 0,0 0 576 0,0 0 96 16,0 0 32-16,0 0 0 0,0 0-336 0,0 0-64 15,0 0-16-15,0 0 0 0,0 0-288 0,0 0 0 0,0 0 0 0,0 0 0 16,0 0 0-16,0 0 0 16,0 0 0-16,0 0 0 0,0 0 0 0,21 12 0 0,-21-12 0 0,0 0 0 15,0 0 0-15,0 0 0 0,0 0 0 0,0 0 0 16,0 0 0-16,0 0 0 0,0 0 0 0,0 0 0 15,0 0 0-15,0 0 0 0,0 0 0 0,0 0 0 16,0 0 128-16,0 0-128 0,0 0 192 0,0 0-192 16,0 0 416-16,-10-10-32 0,10 10 0 0,0 0 0 15,0 0-80-15,0 0-32 0,0 0 0 0,0 0 0 16,-15 3-128-16,15-3-16 0,0 0-128 0,-12 4 192 16,12-4-192-16,0 0 144 0,-17 5-144 0,17-5 128 15,0 0 16-15,-18 5 0 0,18-5 0 0,-12 1 0 0,12-1-16 0,0 0 0 16,-15 0 0-16,15 0 0 0,0 0-128 0,-12-3 0 15,12 3 144-15,0 0-144 0,0 0 0 0,-12-8 0 16,12 8 0-16,0 0 128 0,-10-5-128 0,10 5 0 16,0 0 128-16,-12-7-128 0,12 7 128 15,0 0-128-15,-17 0 128 0,17 0-128 0,-14 2 0 0,14-2 0 16,-16 5 0-16,16-5 128 0,-17 5-128 0,17-5 0 16,-18 10 0-16,18-10 0 0,-18 9 1600 0,18-9 368 15,-15 7 64-15,15-7 16 0,0 0-1648 0,-15 5-400 16,15-5 0-16,0 0 0 0,0 0 0 0,-13 3 0 15,13-3 128-15,0 0-128 0,0 0 0 0,0 0 0 16,0 0 0-16,0 0 0 16,-15-1-1584-16,15 1-336 0,0 0-80 0,0 0-16 0,-13 1 1616 0,13-1 400 15,0 0 0-15,-15 4 0 0,15-4 0 0,0 0 0 16,-16 8 0-16,16-8 0 0,0 0 0 0,-17 11 0 16,17-11 0-16,0 0 176 0,-16 10 16 0,16-10 0 0,0 0 0 0,-14 9 0 15,14-9-64-15,0 0 0 0,-13 10 0 0,13-10 0 16,0 0-128-16,0 0 0 0,-14 7 0 0,14-7 0 15,0 0 0-15,-14 7 0 0,14-7 0 0,0 0 0 16,-16 9 0-16,16-9 0 0,-12 5 0 0,12-5 0 16,-13 7 0-16,13-7 0 0,-14 7 128 0,14-7-128 15,-12 5 0-15,12-5 0 0,-12 3 0 0,12-3 128 16,0 0-128-16,-17 0 160 0,17 0-160 0,0 0 160 16,-15-1-160-16,15 1 128 0,0 0-128 0,-15-7 128 15,15 7-128-15,0 0 0 0,-13-9 0 0,13 9 0 16,0 0 128-16,-15-7-128 0,15 7 0 0,0 0 128 15,-17-7-128-15,17 7 0 0,-12-1 0 0,12 1 0 0,0 0 0 16,-19 1 0-16,19-1 0 0,-14 2 0 0,14-2 0 0,-16 5 0 16,16-5 0-16,-17 6 0 0,17-6 0 0,-17 6 0 15,17-6 0-15,-15 4 0 0,15-4 0 0,-18 8 0 16,18-8 0-16,-18 6 0 0,18-6 0 0,-16 3 0 16,16-3 0-16,-16 5 0 0,16-5 0 0,-14 2 0 15,14-2 0-15,-16 2 0 0,16-2 0 0,-16 3 0 16,16-3 0-16,-16 0 0 0,16 0 0 0,-18 2 0 15,18-2 0-15,-19 0 0 0,19 0 0 0,-23 0 0 16,11 0 0-16,0 0 0 0,0 0 0 0,-1 0 0 16,0 0 0-16,-1 2 0 0,1-1 0 0,-1 1 0 15,0 0 0-15,-1 0 0 0,0 1 0 0,-1 0 0 16,0 0 0-16,-1 0 0 0,-1 2 0 0,1-2 0 16,-1-1 0-16,0 0 0 0,1 0 0 0,-1-1 0 0,0 1 0 15,0-2 0-15,0 0 0 0,0 0 0 0,-1 0 0 0,-1-2 0 16,-1 1 0-16,-1-1 0 0,-2 0 0 0,-1 2 0 15,1-2 0-15,-2 2 0 0,0 0 0 0,0 0 128 16,3 0-128-16,-2 0 128 0,0 0-128 0,-2 2 128 16,1-2-128-16,-2 2 0 0,-1 1 144 0,-1-3-144 15,-1 2 0-15,0 1 0 0,1 0 0 0,0-2 128 16,2-1-128-16,0 0 176 0,-3 0-176 0,0-1 192 16,1 0-64-16,0-1 0 0,0 1 0 0,-2-3 0 15,0 1-128-15,0 1 160 0,0 0-160 0,-3-1 160 16,2-2-160-16,-1 2 192 0,3-1-192 0,-2 0 192 15,2-1-192-15,-2 0 0 0,-1 0 0 0,0 1 128 0,1-1-128 16,-2-1 0-16,-3 3 0 0,-1-2 0 16,0 2 0-16,1 1 0 0,1-2 128 0,-2 1-128 0,1-2 0 15,-2 0 0-15,-1 1 0 0,0-1 0 0,-1 0 0 0,-1 0 0 16,2 2 0-16,-3 0 0 0,1-3 0 0,-1 0 0 16,-3-2 0-16,0 2 0 0,1 0 0 0,-1 0 0 15,0 1 0-15,0-2 128 0,0-1 0 0,-2 1-128 16,0-2 192-16,1 1-64 0,0 1-128 0,-1-2 0 15,0 2 144-15,1 0-144 0,1 0 0 0,-3 2 144 16,-2 0-144-16,1-2 0 0,2 2 0 0,-2-2 0 16,1-2 0-16,-3 2 0 0,0 0 0 0,-4 0 0 15,-3-3 0-15,2 2 0 16,1-1-320-16,2 0-80 0,2-1-16 0,0 1 0 0,0 0 32 0,0-1 0 16,1 0 0-16,-5-1 0 0,-3-4 256 0,-3 1 128 15,1 0-128-15,2-2 128 0,3 3 0 0,-1-3 0 0,1 2 0 0,-2-3 0 16,0 1 0-16,-1-2 0 0,1 2 0 0,0-2 0 15,2-2 192-15,0 1-48 0,1 2 0 16,2 0 0-16,0 0-144 0,-3-3 160 0,1-1-160 0,1-2 160 16,3 1-160-16,0-3 0 0,-1-2 0 0,-2 1 0 15,2-1 0-15,0-3 0 0,2 1 0 0,-1 1 0 16,2-1 0-16,1-2-192 0,1 3 64 0,-1-3 128 16,0-2-192-16,-2-3 192 0,-3-5-192 0,-1-3 192 15,-1 1 0-15,1-2 0 0,0 0 0 0,2 0 0 16,6 3 0-16,1 1 0 0,3-1 0 0,-1-1 0 15,-1-2 0-15,-1 0 0 0,1 0 0 0,-1 0 0 16,4 0 0-16,1-1 0 0,3 0 0 0,2 2 0 0,1 0 0 16,2 0 0-16,0 0 0 0,2 1 0 0,4 0 0 0,0-1 0 15,3-4 0-15,1-3 0 0,2-2-160 0,3 1 160 16,1-1 0-16,2-1-144 0,3 1 144 0,3-2-128 16,3 0 128-16,3-1-128 0,2 1 128 0,2 2-128 15,1 3 128-15,2-5-128 0,4-2 128 0,1 0 0 16,4 0-144-16,3 3 144 0,0 2-128 0,4 0 128 15,1 2-160-15,1 2 160 0,2 1 0 0,1 2-144 16,3 5 144-16,1 0 0 0,3 4 0 0,0 2 0 16,0 2 0-16,0 1-128 0,2 0 128 0,3 3 0 15,-1 2 0-15,3 0-128 0,5-1 128 0,5-1-192 16,4 1 192-16,3-1-192 0,-1 2 192 0,3-1-208 16,-1 2 80-16,6-4 128 0,3-1-192 0,1-1 192 15,0 3-160-15,1-3 160 0,2 2-144 0,7-1 144 0,5 1-128 16,-1 0 128-16,-2 1 0 0,1 4 0 0,3 1 0 0,-2 2-128 15,-3 1 128-15,-1 1 0 0,0 0 0 0,1 1 0 16,2 0 0-16,-1 2 0 0,-2 2 0 0,-1 0 0 16,0 2 0-16,2 0 0 0,1 0 0 0,5 3 0 15,2-1 0-15,-2-1 0 0,0 1 0 0,3-2 0 16,5 2 0-16,4-1 0 0,6-2 0 0,6-1 0 16,7 0 0-16,0-2 0 0,-5-3 0 0,2 0 128 15,1-1-128-15,-6 4 128 0,-8 2-128 0,-1 2 128 16,-2 2-128-16,-7 1 0 0,-5 4 0 0,-3 1 0 15,0 2 0-15,-6-1 0 0,-5 6 0 0,-3 0 0 16,1 2 0-16,-3 1 0 0,-1-2 0 0,-4 6 128 0,-1-1 16 16,-2 1 16-16,1-1 0 0,-1 2 0 0,0-2 0 15,-2 0 0-15,-3-1 0 0,0 0 0 0,2-3-160 0,-2 4 160 16,0-1-160-16,-3 0 160 0,-1 1-160 0,-4 0 0 16,-2-2 144-16,-2 0-144 0,-2 2 0 0,-1 1 0 15,-1 2 0-15,-4 0 0 0,-1 2 0 0,-3 0 0 16,-3 0 0-16,-25-14 0 0,37 26 0 0,-37-26 0 15,26 23 0-15,-26-23 0 0,19 25 0 0,-19-25 0 16,15 24 0-16,-15-24 0 0,11 25 0 0,-11-25 0 16,0 0 0-16,12 31 0 0,-12-31 0 0,0 0 0 15,0 0 0-15,10 29 0 0,-10-29 0 0,0 0 0 16,0 0 0-16,0 0 0 0,4 26 0 0,-4-26 0 16,0 0 0-16,0 0 0 0,0 0 0 0,0 0-128 15,-11 7 128-15,11-7 0 0,-9-2 0 0,9 2-160 16,-13-10 160-16,5 3 0 0,-1-2-384 0,-1-3 48 0,-1 0 0 0,-1-4 0 31,-1 1-720-31,1-4-144 0,-1 3-16 0,-2-4-16992 0</inkml:trace>
  <inkml:trace contextRef="#ctx0" brushRef="#br1" timeOffset="18">10837 9572 5519 0,'0'0'496'0,"0"0"-496"0,0 0 0 0,0 0 0 15,0 0 2512-15,0 0 416 0,-8-7 80 0,8 7 0 16,0 0-112-16,0 0-16 0,0 0-16 0,0 0 0 15,0 0-1056-15,0 0-208 0,40 7-32 0,-40-7-16 16,50 22-16-16,-18-8-16 0,3 0 0 0,4 0 0 16,0 2-592-16,3-1-112 0,2 1-32 0,0-1 0 0,-1 3-512 0,2 2-96 15,0 1-32-15,-2 3 0 16,-5-1-144-16,-3 0 128 0,0 0-128 0,-8 0 128 0,-1-2 16 0,-7 1 0 16,-19-22 0-16,24 38 0 0,-24-38 128 0,4 36 32 15,-4-36 0-15,-18 42 0 0,0-16-32 0,-9 2 0 16,-7 6 0-16,-7 1 0 0,-9 1-272 0,-11 6 0 15,-11 0 0-15,-12 1-12960 16,-8 0-2656-16</inkml:trace>
  <inkml:trace contextRef="#ctx0" brushRef="#br1" timeOffset="19">16057 14274 30399 0,'0'0'2704'0,"0"0"-2160"16,0 0-544-16,0 0 0 0,0 0 528 0,0 0 0 16,0 0 0-16,-16-12 0 0,16 12-16 0,0 0 0 15,-15-12 0-15,15 12 0 0,0 0-256 0,-9-16-64 16,9 16-16-16,0 0 0 0,0 0 336 0,0 0 64 15,0-18 0-15,0 18 16 0,0 0 112 0,0 0 32 16,0 0 0-16,0 0 0 0,15-18-400 0,-15 18-80 0,0 0 0 0,0 0-16 16,25-10-240-16,-25 10 0 0,0 0 0 0,25 0 0 15,-25 0 0-15,0 0 0 0,27 7 0 0,-27-7 0 16,0 0 0-16,24 7 0 0,-24-7 0 0,0 0 0 16,24 5 0-16,-24-5 224 0,0 0-64 0,24 5-16 15,-24-5 96-15,0 0 16 0,27 0 0 0,-27 0 0 16,25 0-64-16,-25 0 0 0,30 0 0 0,-30 0 0 15,34 0-192-15,-34 0 176 0,38 2-176 0,-38-2 160 16,41 3-160-16,-18-1 0 0,1 0 0 0,1 1 0 16,2-1 0-16,-1 0 0 0,0 1 0 0,2 2 0 15,1-1 0-15,0 1 0 0,0 0 0 0,-1 0 0 16,1-1 0-16,0-3 0 0,1 1 128 0,4-2-128 16,2 0 0-16,0-2 192 0,-1 1-192 0,2-3 192 0,2 1-64 0,0-2-128 15,-1 0 192-15,-1-3-64 0,1 0-128 16,0-1 0-16,-1 2 0 0,0-3 128 0,-1 1-128 0,-1 1 0 15,-1-1 0-15,-2-1 0 0,-2 1 0 0,-2-2 0 16,-3 1 0-16,0-2 0 0,-3-2 0 0,1 0 0 16,0-3 0-16,-1 0 0 0,3-1 0 0,-4-2 0 15,0 1-144-15,-1-2 144 0,-2 0 0 0,0 0-160 16,-1-1 160-16,-3 3-128 0,-2 0 128 0,0 3 0 16,-12 16 0-16,15-34-128 0,-15 34 128 0,10-31 0 15,-10 31 0-15,6-34 0 0,-5 16 0 0,0-3 192 16,-1 0-64-16,-1-1 0 0,0-2-128 0,-1-1 192 15,0 1-64-15,-1-2 0 0,-2 0 0 0,0-3 16 0,1 1 0 0,-2-1 0 16,0-1-144-16,0 1 128 16,0-2-128-16,-2 3 128 0,3 0-128 0,-3 1 0 0,2 3 0 15,-3-1 0-15,2-1 0 0,-1 1-144 0,-1 0 144 16,0 1-160-16,1 0 160 0,-2 2 0 0,-1-1 0 0,-1 0 0 16,-2-1 128-16,0 0-128 0,1 0 128 0,-1 0-128 15,-2 0 0-15,1-1 0 0,-2-2 0 0,2 1 0 16,0 0-160-16,-1 0 0 0,0 0 0 0,0 2 0 15,2 1 160-15,-2-1-128 0,-1 3 128 0,0 1-128 16,3 0 128-16,-4 0 0 0,-1 2 160 0,0-2-160 16,-1 2 256-16,0-1-32 0,-2 0-16 0,0 0 0 15,0 1-64-15,-1 0-16 0,0-1 0 0,2 3 0 0,2 2-128 16,-1-1 0-16,-5-4 0 0,-4 0 0 0,0 0-176 0,0 1 48 16,0 1 0-16,-1 0 0 0,-1 1-64 0,0 2 0 15,-1 2 0-15,1 0 0 0,-1 0 192 0,2 1 0 16,0 0 0-16,1-1 0 0,-1 3 0 0,2-1 128 15,-2 1 0-15,0 0 0 0,-1 2 0 0,-1-1 0 16,3 2 0-16,-2-2 0 0,0 3-128 0,-1-2 176 16,0 0-176-16,0 0 192 0,0 3-64 0,0-2-128 15,0 2 192-15,0 1-64 0,-1-2-128 0,-1 1 160 16,0 0-160-16,1 1 160 0,-2 0-160 0,3-1 0 16,0 2 0-16,1-1 0 0,0-2 0 0,-1 3 0 15,0 2 0-15,-1 0 0 0,0-2 0 0,1 2 0 16,-1 2 0-16,0-2 0 0,1 2-160 0,3 1 160 15,2 1 0-15,-1 0-144 0,0 1 144 0,-1 1 0 16,1 0 0-16,-1 2 0 0,0-3 0 0,2 2 0 0,0 0 0 16,0 0 0-16,-2 0 192 0,0-1-48 0,1 2 0 0,0-3 0 15,2 2-144-15,-1 0 0 0,1 1 144 0,0-2-144 16,1 2 0-16,0-1 0 0,0 1 0 0,0 0 0 31,2-3-720-31,1 2-224 0,-1 0-32 0,0 1-16 0,1 0 1632 0,3-2 320 0,-1 1 64 0,3 1 0 16,-1-2-816-16,2 1-208 0,0 0 0 0,2-2 0 15,14-5 0-15,-22 5 128 0,22-5-128 0,-16 5 0 16,16-5 144-16,0 0-144 0,0 0 128 0,-16 4-128 16,16-4 0-16,0 0 0 0,0 0 0 0,0 0-176 15,0 0 0-15,0 0 0 0,0 0 0 0,0 0 0 16,25 2-32-16,-25-2-16 0,0 0 0 0,29-2 0 16,-29 2-16-16,0 0 0 0,33-5 0 0,-33 5 0 15,23-8-208-15,-23 8-32 0,24-11-16 0,-24 11-12368 16,25-12-2496-16</inkml:trace>
  <inkml:trace contextRef="#ctx0" brushRef="#br1" timeOffset="20">14878 12142 37775 0,'0'0'3360'0,"0"0"-2688"15,0 0-544-15,-15 2-128 0,15-2 1088 0,0 0 192 16,0 0 48-16,-16 8 0 0,16-8-800 0,-21 12-144 15,21-12-48-15,-23 23 0 0,23-23-336 0,-20 31 0 16,9-12 0-16,0 2 0 0,-1 2-368 0,-2 2 16 0,0-1 0 16,-1 1 0-16,0-1 48 0,1-3 16 15,-1 1 0-15,2-1 0 0,2-4 288 0,11-17-128 0,-15 26 128 0,15-26 0 16,-8 19 128-16,8-19 144 0,0 0 32 0,0 0 0 16,23 24 16-16,-23-24 16 0,36 11 0 0,-9-4 0 15,6-4-80-15,3 2 0 0,3 2-16 0,4-3 0 16,4 4-96-16,5-2-16 0,3 2 0 0,3-1 0 15,0 0-128-15,-3 3 0 0,-4-3 0 0,-4 2-176 16,-1-1-432 0,-1 1-96-16,1 3 0 0,-4-1-18368 0</inkml:trace>
  <inkml:trace contextRef="#ctx0" brushRef="#br1" timeOffset="21">12561 15661 18431 0,'0'0'1632'0,"-8"2"-1312"0,8-2-320 0,0 0 0 16,0 0 1552-16,0 0 240 0,0 0 64 0,-15-9 0 16,15 9-304-16,-16-12-48 0,16 12-16 0,-12-15 0 15,12 15-656-15,0 0-128 0,-10-25-16 0,10 25-16 16,0 0-496-16,0 0-176 0,-10-17 0 0,10 17 144 16,0 0-144-16,-11-3 0 0,11 3 0 0,-12 3 0 15,5 1 0-15,-2-1 192 0,-3 2-192 0,-1 2 192 16,0 2 384-16,-3-2 64 0,-1 1 32 0,-1 1 0 0,1 0 1008 0,-2 1 208 15,1 0 32-15,-2-1 16 16,2-2-1936-16,-2 2-448 0,2-2-64 0,-2 1-16 0,1-2 528 16,0-1 128-16,0-2 0 0,-1 2 16 0,-1-1-144 0,-1-3 0 15,-2 2 0-15,-1-2 128 0,1 1-128 0,-3 0 0 16,0-1 0-16,-2-1 0 0,4 0 144 0,-3 0-144 16,-3 0 160-16,0-3-160 0,-1 3 176 0,-1-3-176 15,0 0 192-15,-3 0-192 0,0-2 144 0,0 1-144 16,0-2 0-16,-1 0 144 0,-1-2-144 0,0 1 0 15,1-2 0-15,-1-1 0 0,0 1 0 0,-1-1 128 16,0-1-128-16,-1-1 0 0,1 0 128 0,0-2-128 16,0 0 128-16,1-3-128 0,1 0 192 0,1-1-32 15,0 0-16-15,-1 0 0 0,-1-2 32 0,4 0 0 0,5 3 0 16,-4-5 0-16,-3-3-176 0,-1-4 192 0,1 0-192 0,2 0 192 16,1 0-192-16,0-3 0 0,2 4 0 0,-1 0 0 15,0-1 0-15,-1-2 0 0,2 1 0 0,-1-4 0 16,2 1-288-16,0-5 16 0,-1 2 0 0,1-3 0 15,-1 0-16-15,1-1 0 0,0 2 0 0,1 2 0 16,2 1 96-16,-2-3 0 0,0-2 16 0,1-3 0 16,1 0 176-16,1 2 0 0,3 2 0 0,0-1 0 15,4 4 0-15,1-2 0 0,1 2 0 0,1 1 0 16,2 4 0-16,0-3 0 0,1 2 0 0,0-2 0 16,2 4 128-16,1-1 0 0,1 0 0 0,2 2 0 15,0 1-128-15,1-3 128 0,2 0-128 0,3-4 128 16,1-1-128-16,1 1 0 0,3 1 0 0,3-1 0 15,1-3 0-15,3 0 0 0,2 2 0 0,2-2 0 0,1 1 0 0,1 1-160 16,3 1 160-16,0-1-160 0,1 0 160 0,3 1-192 16,0 4 192-16,2 0-192 0,1 2 192 0,0 1 0 15,1 2 0-15,5 0 0 0,1-1 0 0,1-1 0 16,3 0 0-16,-1 2 0 0,-1-2 0 0,2 1 0 16,3-3 0-16,1 2 0 0,0 4 0 0,1-2 0 15,1 2 0-15,-2 0 0 0,-1 0 0 0,-2 3 0 16,2 0 0-16,0-3 0 0,0 5 0 0,2 0 0 15,2-2 0-15,0 0 0 0,-3 1 0 0,1-1 0 16,-1 1 0-16,2-1 0 0,-1 1 0 0,-1 0 0 16,3 2 0-16,-1 0 128 0,-1 0 16 0,0-1 16 15,-2 0 0-15,0 3 0 0,-2-1 16 0,3-1 0 16,2 0 0-16,1 1 0 0,-2 1-48 0,2-3 0 0,2 2 0 16,0 1 0-16,-3-1-128 0,2 0 0 0,-1 3 144 0,1 0-144 15,-1 4 0-15,0 1 0 0,-3 1 0 16,0 0 128-16,-2 1-128 0,-2-1 0 0,-2 4 0 0,-2-2 0 15,-2 1 0-15,-3 2 0 0,-29 3 0 0,49-8 0 16,-49 8 0-16,38-5 0 0,-38 5 0 0,0 0 0 16,34-4 0-16,-34 4 0 0,0 0 0 0,0 0 0 15,0 0 128-15,0 0-128 0,0 0 160 0,0 0-160 16,0 0 0-16,0 0 0 0,0 0 0 0,-4-14 0 16,4 14 0-16,-17-8 0 0,5 1 0 0,1-2 0 15,0 0-640-15,0-1-32 0,0 0 0 0,2-4-11888 16,1 2-2384-16</inkml:trace>
  <inkml:trace contextRef="#ctx0" brushRef="#br1" timeOffset="22">12316 11974 13823 0,'0'0'608'0,"-11"-7"128"0,11 7-592 0,0 0-144 15,-11-3 0-15,11 3 0 0,0 0 2496 0,0 0 448 16,-15 0 112-16,15 0 16 0,-18 3-304 0,18-3-48 16,-15 7-16-16,15-7 0 0,0 0-976 0,-7 14-192 15,7-14-32-15,0 0-16 0,12 24-880 0,-12-24-176 16,23 21-48-16,-23-21 0 0,36 29-224 0,-14-13-160 15,3 3 192-15,0 2-192 0,2-1 176 0,0 3-176 16,1 3 160-16,-1 5-160 0,-2 2 0 0,-4-2 0 16,-4 0 0-16,-3 1 0 0,-3-3 0 0,-5-3 0 15,-2-4 0-15,-5 4 0 0,-5 0 0 0,-3 5 0 16,-5-2 0-16,-3 1 0 0,-4 1 0 0,-5 0 0 16,-3-5 0-16,-2 0 0 0,-3-1 0 0,-1-2 0 0,-2-2-176 15,2-2 176 1,4-5-1488-16,1 0-176 0</inkml:trace>
  <inkml:trace contextRef="#ctx0" brushRef="#br1" timeOffset="23">16412 15054 36863 0,'0'0'3264'0,"0"0"-2608"15,0 0-528-15,0 0-128 0,0 0 896 0,0 0 128 16,0 0 48-16,0 0 0 0,0 0-832 0,1 16-240 15,-1-16 0-15,0 0 128 0,24 11-128 0,-24-11-208 16,28 5 48-16,-28-5 16 0,35 6-176 0,-35-6-16 16,41 7-16-16,-17-2 0 0,1 1 144 0,0 2 16 15,2-1 16-15,2 0 0 0,2 3 176 0,0-2 0 16,3 0 0-16,3 1 0 0,3 1 128 0,1-3-128 16,1 2 128-16,2-4-128 0,3 2 160 0,0-4-32 0,1-3-128 15,-1-2 192-15,3-4 112 0,4-5 16 0,3-4 0 0,3-3 0 16,-1-4 16-16,3-2 16 0,2 0 0 0,3-6 0 15,2 1-208-15,-1-4-144 0,-2 0 192 0,0-2-192 16,-1-1 0-16,-1 3 0 0,-3 0 0 0,-3-3 0 16,1 0-224-16,-3-1 48 0,2-4 16 0,0-1 0 15,0-1 160-15,-3-2-160 0,-2 2 160 0,-2-3-160 16,-2 2 160-16,-2-1 0 0,-1 0 0 0,1-4-128 16,-3 1 128-16,0 0 144 0,-3 1-16 0,-2 0-128 15,-3 1 368-15,-1-3-48 0,1-1 0 0,-2-3 0 16,0-3-32-16,-5 2-16 0,-1 4 0 0,-3-2 0 15,-2 2-16-15,-4-5-16 0,0-2 0 0,-3-3 0 16,-1-1-112-16,-2-2 0 0,-1 1-128 0,-3 0 192 16,1 3-192-16,-2-1-208 0,1-1 32 0,-2-2 16 0,-1 2-80 0,-1 0-16 15,-1-1 0-15,-2 1 0 0,-2 4-16 0,-2 0-16 16,-2 4 0-16,-3 2 0 0,-2 3 0 0,-2 1 0 16,-3 2 0-16,-2 2 0 0,-2-1 112 0,-4-2 32 15,-3 1 0-15,-1-5 0 0,-4 0 272 0,-4-2 48 16,-2-3 16-16,-3 1 0 0,-1 1-192 0,-3-1 0 15,-1 0 0-15,-2-3 0 0,-1 4 0 0,-4-2-272 16,-4-1 32-16,-4 2 16 0,1 3-48 0,-2 2-16 16,0 6 0-16,-2 2 0 0,-1 4 48 0,-3 4 16 15,-1 6 0-15,-3 2 0 0,1 1 416 0,-5 3 96 16,-4-1 16-16,-4 4 0 0,-1-2-112 0,-1 5-32 16,-1 2 0-16,1 3 0 0,3-1-160 0,3 3 0 15,2-1-160-15,-4 0 160 0,-2-4 0 0,5 1 0 16,5-1 0-16,-8 0 160 0,-6-1-160 0,0 3 0 15,1 4 0-15,3-1 0 16,1 4-448-16,1 2-32 0,1 2 0 0,1 0 0 0,2 2 800 0,0 2 176 0,-1 2 16 0,4 2 16 16,5 0-48-16,-2 1-16 0,1 1 0 0,1-1 0 15,-3 3-48-15,5 0-16 0,5 0 0 0,0 1 0 16,1 0-64-16,0 1-16 0,4-2 0 0,2-3 0 16,3-1-144-16,3 0-48 0,0 3 0 0,3-2 0 15,1 0-128-15,3 1-144 0,1 0 144 0,3-3-208 16,3 0-48-16,4-1-16 0,1-2 0 0,5 0 0 15,2-4 80-15,2 2 32 0,3-2 0 0,2-2 0 16,1 2 160-16,14 0 128 0,-21 0-128 0,21 0 176 16,0 0 80-16,-15-4 0 0,15 4 16 0,0 0 0 0,0 0-144 0,0 0-128 15,0 0 192-15,0 0-192 0,0 0-192 0,0 0-160 16,29 0-32-16,-29 0 0 16,28 4-352-16,-28-4-80 0,31 4-16 0</inkml:trace>
  <inkml:trace contextRef="#ctx0" brushRef="#br1" timeOffset="24">14846 10784 27647 0,'0'0'2448'0,"0"0"-1952"0,-14 6-496 0,14-6 0 0,0 0 3312 0,0 0 560 15,0 0 112-15,0 0 32 0,0 0-3024 0,-17 26-608 16,17-26-112-16,-12 34-16 0,5-9-496 0,-2 2-80 0,-1 7-32 0,-1 3 0 31,-2 3-1888-31,-2 1-368 0,0-2-80 0,-1-2 0 16,1-6-1904-16,0-3-368 0,3-7-80 0,12-21-16 0,-15 36 4480 0,15-36 896 0,-4 26 192 0,4-26 16 15,7 26 2928-15,-7-26 576 0,29 33 112 0,-7-18 16 16,6-1-1296-16,5 0-272 0,7-2-48 0,7 2-16 16,6-1-1488-16,7 0-288 0,6-1-64 0,1-2-16 15,1 2-496-15,-2-1-176 0,-2 1 0 0,-1 0-18752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218 140 9215 0 0,'-7'-6'291'0'0,"0"1"-1"0"0,0-1 0 0 0,-9-4 1 0 0,10 7-183 0 0,-48-34 1104 0 0,34 23-345 0 0,0 0-1 0 0,-1 1 1 0 0,-29-12-1 0 0,47 23-638 0 0,-2-2-110 0 0,4 3-436 0 0,12 9-140 0 0,35 20-20 0 0,-35-21-6 0 0,25 12-233 0 0,-17-9 314 0 0,32 12-1 0 0,10 2-73 0 0,-29-12 145 0 0,-8-4 235 0 0,99 30-333 0 0,-52-23 206 0 0,265 60 144 0 0,-213-47 480 0 0,236 22 0 0 0,220 16 3168 0 0,-227 0-2098 0 0,3-22-1318 0 0,-68-35-877 0 0,-226-11-67 0 0,0-3 0 0 0,100-22 1 0 0,-122 19-62 0 0,-1-3 1 0 0,0-1 0 0 0,68-31-1 0 0,-64 17-227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26 5983 0 0,'-7'-5'464'0'0,"7"5"-480"0"0,-1-1 0 0 0,1 1 0 0 0,-1-1 0 0 0,1 1-1 0 0,-1-1 1 0 0,1 1 0 0 0,-1-1 0 0 0,1 1 0 0 0,-1-1 0 0 0,1 1-1 0 0,0-1 1 0 0,-1 0 0 0 0,1 1 0 0 0,0-1 0 0 0,-1-1-1 0 0,5-1 1392 0 0,2 2 3087 0 0,27-4-3496 0 0,-25 3-28 0 0,6 11-130 0 0,42 26-59 0 0,-52-33-626 0 0,0 1 0 0 0,0 0 0 0 0,0 0-1 0 0,0 0 1 0 0,3 3 0 0 0,43 43 571 0 0,-23-21-180 0 0,133 180 725 0 0,-51-53-800 0 0,-77-104-257 0 0,31 67 1 0 0,-49-88-294 0 0,-2 0-1 0 0,-1 2 1 0 0,12 55 0 0 0,-19-64-173 0 0,-1 0-1 0 0,-1-1 1 0 0,-1 1 0 0 0,-1 0 0 0 0,-1 0-1 0 0,-5 30 1 0 0,3-42-4 0 0,0-1-1 0 0,0 1 0 0 0,-1-1 0 0 0,0 1 1 0 0,-1-1-1 0 0,0-1 0 0 0,-1 1 1 0 0,0-1-1 0 0,0 0 0 0 0,-1 0 0 0 0,0 0 1 0 0,0-1-1 0 0,-1 0 0 0 0,-15 11 1 0 0,-17 13-4446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1755 3855 19351 0 0,'-45'-35'773'0'0,"-73"-63"383"0"0,85 69-1048 0 0,-44-52-1 0 0,-40-51 77 0 0,-20-17-80 0 0,-54-63 3 0 0,-316-421 217 0 0,433 523-311 0 0,4-4-1 0 0,6-3 0 0 0,5-2 0 0 0,-51-148 0 0 0,73 148-41 0 0,5-2 0 0 0,5-1-1 0 0,-20-241 1 0 0,38-7-1360 0 0,32 1-4001 0 0,11 75-1222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3251 3711 0 0,'228'-216'83'0'0,"-90"87"12"0"0,-54 56 7 0 0,-20 23-15 0 0,41-22-70 0 0,64-42-17 0 0,115-71 203 0 0,102-53 848 0 0,451-229 1727 0 0,45 67-186 0 0,-249 164-552 0 0,717-165-1 0 0,-310 169 869 0 0,1339-124 0 0 0,-1658 296-2036 0 0,836 39 1 0 0,-422 113-825 0 0,-12 109-32 0 0,413 266-201 0 0,-466 7-420 0 0,-787-323 318 0 0,-7 13 0 0 0,-8 12 1 0 0,-7 11-1 0 0,249 233 0 0 0,-342-262 60 0 0,-7 6 0 0 0,196 259-1 0 0,-254-280 129 0 0,-5 4-1 0 0,-7 5 1 0 0,125 289-1 0 0,-145-264-385 0 0,-8 3 0 0 0,41 200-1 0 0,-85-283 433 0 0,-4 2-1 0 0,-4 0 0 0 0,-4 173 0 0 0,-12-188 270 0 0,-4 1 0 0 0,-3-1 0 0 0,-3-1-1 0 0,-46 140 1 0 0,23-123 303 0 0,-4 0 0 0 0,-86 148 0 0 0,57-135 48 0 0,-143 176 0 0 0,-127 70 179 0 0,-34-40-359 0 0,-255 115 159 0 0,-33-51-93 0 0,34-63-105 0 0,-9-19-36 0 0,383-182-203 0 0,-1041 454 94 0 0,1191-529-274 0 0,-472 200-342 0 0,16 28-1227 0 0,377-169 473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12895 0 0,'0'0'1928'0'0,"1"10"-1648"0"0,0 28 19 0 0,2-15 78 0 0,81 369 1451 0 0,-51 67-1644 0 0,-31 5-214 0 0,-3-246 44 0 0,-1 25-8 0 0,7 318-476 0 0,-5-514 357 0 0,0-20-451 0 0,5 37 0 0 0,1-15-1441 0 0,-1-56 1145 0 0,17-29-708 0 0,-19 28 484 0 0,0 0 1 0 0,-1-1 0 0 0,2-8-1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0 219 2303 0 0,'0'0'102'0'0,"6"-3"-1"0"0,19-8-29 0 0,-19 8 188 0 0,9 4 79 0 0,185 11 882 0 0,1-16 785 0 0,243-36 0 0 0,-146 0-681 0 0,439-46 659 0 0,-703 83-1944 0 0,614-39 331 0 0,2 54-376 0 0,-522 2 6 0 0,-1 5 1 0 0,0 6-1 0 0,-2 5 1 0 0,-1 6-1 0 0,-2 5 1 0 0,136 66-1 0 0,-229-92-29 0 0,0 1 0 0 0,0 1 0 0 0,-2 1 0 0 0,0 2 0 0 0,-1 1 0 0 0,-1 1 0 0 0,-1 1 0 0 0,-2 1 0 0 0,24 30 0 0 0,-16-13-72 0 0,-15-15-17 0 0,22 42-10 0 0,-20-33-1 0 0,-13-27 117 0 0,53 133 138 0 0,18 60 992 0 0,10-16 93 0 0,-70-161-984 0 0,26 34 17 0 0,52 58-1 0 0,2-23-215 0 0,-42-43-163 0 0,-6-6-158 0 0,-25-23-76 0 0,18 17-15 0 0,-29-28 134 0 0,20 22-1 0 0,-22-21 188 0 0,-1-2-87 0 0,0 0 11 0 0,24 28 62 0 0,-24-27 251 0 0,-4-1 106 0 0,12 31 27 0 0,-12-30 52 0 0,-6 1 202 0 0,-5 34 87 0 0,7-44-588 0 0,0 1 0 0 0,-1-1-1 0 0,1 1 1 0 0,0 0 0 0 0,-1-1 0 0 0,0 1 0 0 0,1-1 0 0 0,-1 1 0 0 0,0-1-1 0 0,-1 3 1 0 0,-18 29 590 0 0,9-16-91 0 0,-19 16 191 0 0,-45 40-1 0 0,-13-2-657 0 0,-3-3-1 0 0,-2-5 0 0 0,-4-4 1 0 0,-2-4-1 0 0,-2-4 0 0 0,-108 37 1 0 0,174-75-125 0 0,-280 96-732 0 0,253-92 545 0 0,0-2-1 0 0,-1-3 1 0 0,-76 5 0 0 0,68-15 145 0 0,0-3 0 0 0,1-3 0 0 0,-78-14 1 0 0,54-1 393 0 0,-160-52 1 0 0,-117-62 1327 0 0,331 118-1569 0 0,1-2 0 0 0,1-2 0 0 0,0-1 0 0 0,-60-44 0 0 0,78 47-691 0 0,5 0-219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385 325 13823 0 0,'-10'-15'642'0'0,"3"4"-365"0"0,0 0-1 0 0,-7-18 1 0 0,1 2-348 0 0,-1 0-1 0 0,-1 1 1 0 0,-2 1 0 0 0,0 1-1 0 0,-2 0 1 0 0,-37-37-1 0 0,48 55 93 0 0,1 0 1 0 0,0 1-1 0 0,-1 0 0 0 0,0 0 0 0 0,0 1 0 0 0,-17-7 0 0 0,14 10 39 0 0,-24-1-48 0 0,2 7-26 0 0,22-1-45 0 0,8-3 57 0 0,1 0 1 0 0,-1 1 0 0 0,1-1-1 0 0,0 1 1 0 0,-1 0-1 0 0,1 0 1 0 0,0 0-1 0 0,1 0 1 0 0,-3 2-1 0 0,2-2 2 0 0,1 0 0 0 0,0 0 0 0 0,0 0 0 0 0,0 0 0 0 0,0 0 0 0 0,1 0 0 0 0,-1 0 0 0 0,0 0 0 0 0,1 0 0 0 0,0 0 0 0 0,-1 1 0 0 0,1-1 0 0 0,0 0 0 0 0,0 0 0 0 0,0 0 0 0 0,0 1 0 0 0,1-1 0 0 0,-1 0 0 0 0,0 0 0 0 0,2 3 0 0 0,1 1 3 0 0,0 0-1 0 0,1-1 0 0 0,0 0 0 0 0,0 0 1 0 0,0 0-1 0 0,9 9 0 0 0,-11-12 7 0 0,0 0-1 0 0,0 0 0 0 0,0-1 0 0 0,1 1 1 0 0,-1-1-1 0 0,0 1 0 0 0,1-1 0 0 0,-1 0 1 0 0,4 2-1 0 0,60 25 175 0 0,98 28 1 0 0,-35-26 496 0 0,148 15 0 0 0,134-6 685 0 0,-66-9-517 0 0,282 55 481 0 0,-130-14-89 0 0,-85-43-440 0 0,-319-23-664 0 0,54 0 44 0 0,245-22 0 0 0,-25-29-72 0 0,-5-25-399 0 0,-320 60 78 0 0,42-17-1 0 0,-69 23-20 0 0,-1-2-1 0 0,0 0 0 0 0,0 0 1 0 0,0-2-1 0 0,-1 0 1 0 0,13-11-1 0 0,-2-6-1033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2196 22 17047 0 0,'-81'-14'1543'0'0,"48"9"-1268"0"0,6 2-223 0 0,26 3-46 0 0,0 0 0 0 0,0 0 0 0 0,1 0 0 0 0,-1 0 0 0 0,0 1 0 0 0,0-1 0 0 0,0 0 0 0 0,1 0 1 0 0,-1 0-1 0 0,0 1 0 0 0,0-1 0 0 0,1 0 0 0 0,-1 1 0 0 0,0-1 0 0 0,1 0 0 0 0,-2 2 1 0 0,-49 29 45 0 0,1 2 0 0 0,2 3 0 0 0,2 1 1 0 0,-69 72-1 0 0,-261 306-593 0 0,263-288 229 0 0,-510 584-2314 0 0,335-369 382 0 0,206-233 588 0 0,-82 142 0 0 0,147-223 1353 0 0,2 1 0 0 0,2 0 0 0 0,-12 35 0 0 0,21-53 326 0 0,1-1 0 0 0,1 1-1 0 0,0 0 1 0 0,0 0 0 0 0,1 0-1 0 0,1 0 1 0 0,0 0 0 0 0,0 0-1 0 0,1 0 1 0 0,0 0 0 0 0,1 0-1 0 0,5 17 1 0 0,-1-14 142 0 0,0-1 1 0 0,1 1-1 0 0,1-1 0 0 0,0-1 1 0 0,1 1-1 0 0,0-1 0 0 0,1-1 1 0 0,0 1-1 0 0,1-2 0 0 0,0 0 0 0 0,17 12 1 0 0,7 3 592 0 0,1-2 1 0 0,70 32 0 0 0,-23-19-439 0 0,1-5 1 0 0,112 27-1 0 0,-50-21-5392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9671 0 0,'2'16'748'0'0,"7"59"-492"0"0,4-3-252 0 0,51 437-370 0 0,-32 92 211 0 0,-42 3 870 0 0,7-530-161 0 0,4-58-415 0 0,-2 33 1966 0 0,6-60-1942 0 0,14-45-459 0 0,-5-7-195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6447 0 0,'0'0'499'0'0,"6"-1"-212"0"0,1-1-118 0 0,22-1 1072 0 0,450 1 2341 0 0,-48 2-2916 0 0,149-24-587 0 0,-3-26-18 0 0,-460 35-37 0 0,408-45 438 0 0,3 26-36 0 0,-386 31-291 0 0,360 0 1044 0 0,-422 6-684 0 0,0 4 1 0 0,-1 3 0 0 0,145 39-1 0 0,-198-41-447 0 0,-1 1 0 0 0,35 18 0 0 0,-5 5-101 0 0,3 9-226 0 0,-56-39 224 0 0,1 0 1 0 0,0 0-1 0 0,-1 0 0 0 0,1 1 0 0 0,-1-1 0 0 0,4 5 0 0 0,30 36-357 0 0,-34-41 365 0 0,0 1-1 0 0,-1-1 1 0 0,1 0 0 0 0,0 1-1 0 0,-1 0 1 0 0,0-1-1 0 0,1 1 1 0 0,0 4 0 0 0,13 31-323 0 0,-3 1 1 0 0,0 0 0 0 0,5 42-1 0 0,3 250-598 0 0,-16-205 1066 0 0,2-23 377 0 0,4 0 0 0 0,5 0 0 0 0,5-2 0 0 0,36 111 1 0 0,-25-120-294 0 0,19 61 138 0 0,-31-87-240 0 0,-11-35-1 0 0,2 27-6 0 0,-8-31-1 0 0,0 22 0 0 0,-2-46-63 0 0,0 0-1 0 0,0 0 1 0 0,0 0 0 0 0,-1-1-1 0 0,1 1 1 0 0,-2 4-1 0 0,-13 47 4 0 0,12-45-27 0 0,-2 1 0 0 0,1-1 0 0 0,-1 0 1 0 0,-9 12-1 0 0,-24 22-369 0 0,36-41 312 0 0,0 0 0 0 0,0 0 1 0 0,0 0-1 0 0,0 0 0 0 0,-1-1 1 0 0,-4 3-1 0 0,2-1-12 0 0,-48 29-1084 0 0,7-10-2374 0 0,3-4-1232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1094 86 919 0 0,'-244'28'45'0'0,"127"-16"757"0"0,3 1 1243 0 0,-385 37-719 0 0,417-46-1976 0 0,79-3 591 0 0,1-1-1 0 0,0 0 1 0 0,0 0-1 0 0,0 0 0 0 0,-1 0 1 0 0,1 0-1 0 0,0-1 0 0 0,0 1 1 0 0,0-1-1 0 0,-3 0 1 0 0,-1-1-90 0 0,1 1-328 0 0,8-2-10 0 0,8-11 62 0 0,-11 13 415 0 0,1 1 1 0 0,-1-1-1 0 0,1 1 0 0 0,-1-1 0 0 0,1 1 1 0 0,-1 0-1 0 0,1-1 0 0 0,0 1 0 0 0,-1-1 1 0 0,1 1-1 0 0,0 0 0 0 0,-1 0 0 0 0,1-1 1 0 0,-1 1-1 0 0,2 0 0 0 0,38-14-9 0 0,42-7 994 0 0,153-18-1 0 0,-141 27 369 0 0,667-57 6439 0 0,15 60-3666 0 0,-25 55-2360 0 0,-269-10-1879 0 0,66-34-3656 0 0,-468-7-1817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20735 0 0,'0'0'3288'0'0,"39"-21"-3992"0"0,-18-1-3456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29T09:55:06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4919 0 0,'0'0'9362'0'0,"1"-3"-12201"0"0,1-12 2672 0 0,-1 11 37 0 0,2 1 8 0 0,11-9-2 0 0,-11 8-17 0 0,1 2-10 0 0,12-9-1 0 0,-12 8 4 0 0,3 2-346 0 0,19-1 456 0 0,-20 1-39 0 0,1 5-1100 0 0,20 12 942 0 0,-20-12 3060 0 0,0-3-4682 0 0,1 1 1852 0 0,-5-1-240 0 0,0 0 0 0 0,0 0-1 0 0,0 0 1 0 0,1-1 0 0 0,-1 0 0 0 0,4 1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9-12T03:17:29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86 4687 0 0,'-2'-1'70'0'0,"1"-1"-1"0"0,-1 0 0 0 0,0 0 0 0 0,0 0 1 0 0,1 0-1 0 0,-1 0 0 0 0,1 0 1 0 0,-1-1-1 0 0,1 1 0 0 0,0 0 0 0 0,0-1 1 0 0,-1-3-1 0 0,-8-35-276 0 0,8 30 217 0 0,4 9-32 0 0,0 2-92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9-12T03:17:30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48 8751 0 0,'-10'-15'776'0'0,"3"5"-616"0"0,4 7 976 0 0,1 0-520 0 0,-3-3 8 0 0,2 0-336 0 0,0 2-64 0 0,3 3-8 0 0,2 4-8 0 0,2 5-360 0 0,27 42-7600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9-12T03:17:30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11 7831 0 0,'-5'-6'696'0'0,"2"3"-560"0"0,2 2-136 0 0,1 2 0 0 0,0 0 392 0 0,-1 1 56 0 0,-1 0 0 0 0,-1 0 8 0 0,1 1-232 0 0,1 4-56 0 0,2 2-8 0 0,2 1 0 0 0,33 39-5424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9-12T03:17:31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67 7831 0 0,'-19'-20'344'0'0,"5"6"72"0"0,2 2-328 0 0,4 4-88 0 0,5 4 0 0 0,1 4 0 0 0,-1-1 256 0 0,-1-1 40 0 0,-3-1 8 0 0,-1 1 0 0 0,3 2-504 0 0,2 3-104 0 0,3 4-16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2T07:47:12.710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2698 3822 14735 0,'-9'-4'1312'0,"2"-1"-1056"15,3 3-256-15,3 2 0 0,-1 2 640 0,-2-4 80 16,-3 1 16-16,-6-2 0 0,-2 0 672 0,-3 0 128 16,0 1 16-16,0 2 16 0,2 0-992 0,-1 2-208 15,2 1-48-15,-1-1 0 0,-1 2-320 0,0-1 0 16,-2 2 0-16,0-1 0 0,-1-1 0 0,1-1 0 16,-2-2 0-16,2-2-128 0,-1-3 128 0,0 0 0 0,-1-4 0 0,1-3 0 15,0-1 0-15,-2-2 0 0,0-2 0 0,1-2 0 16,-2 0 0-16,0-4 0 0,0 1 128 0,-1-4-128 15,3 4 304-15,-2-4-16 0,0-2 0 0,2 2 0 16,1 0 352-16,1 0 64 0,0 0 0 0,2 0 16 16,1 0-208-16,2 2-64 0,1-1 0 0,2 0 0 15,3-1-320-15,1 0-128 0,3 1 0 0,3-1 144 16,2 0-272-16,2-4-64 0,3-1-16 0,3 0 0 31,-1 3-608-31,4-1-112 0,3-3-32 0,4 0 0 0,0 0 304 16,4-3 48-16,0 0 16 0,-1 3 0 0,2 1 464 0,4 0 128 0,3-3 0 0,4 1 0 15,3 0 0-15,2 3 0 0,1 3 0 0,1 1 0 16,2 2 0-16,1 1 0 0,2 1 0 0,-1 4-176 16,1-1 176-16,1 4 0 0,3 1 0 0,-2 5 0 15,-4 2 0-15,0 2 0 0,0 0 0 0,1 5-128 0,1 0 128 0,0 5 0 16,1 0 0-16,-1 4 0 0,-2 2 0 0,0 2 0 16,0 4 0-16,-3 1 0 0,-3-1 0 0,-2 3 0 15,0 2 0-15,-2 3 0 0,0 1 0 0,-6 2 0 16,-3 2 0-16,-1 4-128 0,-1 4 128 0,-3 4 144 15,-3 4-16-15,-1 0-128 0,-5-5 480 0,-3 4-16 16,-2 7 0-16,-3 6 0 0,-3 3 128 0,-2 3 32 16,-3 3 0-16,-4 1 0 0,0 1-144 0,-3 4-32 15,-2 3 0-15,-3-1 0 0,2-10-224 0,-3 3-48 16,-2 0-16-16,-2-4 0 0,-1-5 0 0,-3-7 0 16,-1-7 0-16,1-9 0 0,0-6 0 0,-2-2 0 15,-4-1 0-15,-2-4 0 0,-1-1 352 0,-1-6 64 16,-2-2 0-16,1-5 16 0,1-3 176 0,0-1 48 0,0-3 0 0,1 0 0 15,0 0-240-15,4-1-64 0,0-1 0 16,1-1 0-16,2-1-128 0,3 2-48 0,2-2 0 16,2 2 0-16,4-2-112 0,2 2-32 0,2 0 0 0,2 0 0 15,1 0-64-15,3 2 0 0,0 0-128 0,2 0 192 16,1 1-192-16,3-3 0 0,0 0 0 0,0 0 0 16,0 0 0-16,0 0 0 0,0 0 0 0,0 0-160 15,0 0 32-15,0 0 0 0,0 0 0 0,0 0 0 16,0 0-16-16,0 0 0 0,0 0 0 0,0 0 0 15,14-7 144-15,-14 7 0 0,4-3-144 0,-1-1 144 16,-3 4 0-16,5-5 0 0,-5 5 0 0,0 0 0 16,0 0-144-16,0 0 144 0,0 0 0 0,0 0 0 0,0 0-240 0,0 0-96 15,0 0 176 1,31 22-1008-16,-31-22-208 0,0 0-32 0,0 0-13888 16</inkml:trace>
  <inkml:trace contextRef="#ctx0" brushRef="#br0" timeOffset="2333.64">4476 4007 2751 0,'-8'-2'256'0,"4"0"-256"15,0 1 0-15,1-1 0 0,3 2 384 0,-3 0 48 16,3 0 0-16,-2 0 0 0,-1-2 320 0,-2 2 64 15,1 0 16-15,-1-2 0 0,-1 2-80 0,3 0-16 16,3 0 0-16,-7 2 0 0,7-2-256 0,-5 4-48 16,5-4-16-16,0 0 0 0,-8 6-32 0,8-6 0 15,0 0 0-15,-7 4 0 0,7-4-112 0,0 0-16 16,-8 5-16-16,8-5 0 0,0 0 80 0,-7 5 0 16,7-5 16-16,0 0 0 0,0 0 48 0,-6 4 16 15,6-4 0-15,0 0 0 0,0 0-16 0,0 0 0 16,0 0 0-16,0 0 0 0,0 0-144 0,11-6-48 15,-11 6 0-15,0 0 0 0,0 0 96 0,13-8 16 0,-13 8 0 0,0 0 0 16,0 0 80-16,11-4 0 0,-11 4 16 0,0 0 0 16,0 0-160-16,0 0-48 0,0 0 0 0,0 0 0 15,0 0-192-15,0 0 0 0,27 2 0 0,-27-2 0 16,0 0 0-16,0 0 0 0,0 0-128 0,34 4 128 16,-34-4 0-16,0 0 0 0,30 3 0 0,-30-3 0 15,0 0 0-15,34 3 128 0,-34-3-128 0,26 2 0 16,-26-2 464-16,28 2 48 0,-28-2 16 0,0 0 0 15,40 7-128-15,-40-7-16 0,0 0-16 0,38 7 0 16,-38-7-208-16,28 3-32 0,-28-3-128 0,33 4 192 16,-33-4-192-16,33 3 0 0,-33-3 0 0,35 2 0 15,-35-2-144-15,38 5 144 0,-38-5 0 0,40 4-144 16,-40-4 144-16,42 5 0 0,-42-5 0 0,45 5 0 0,-45-5 0 16,45 3 0-16,-45-3 0 0,44 2 0 0,-44-2 0 0,46 1 128 15,-46-1-128-15,50 3 0 0,-25-3 0 0,1 2 0 16,1-1 0-16,0 1 0 0,1 1 0 0,-1-3 144 15,0 2-144-15,-1 0 0 0,-26-2 240 0,50 3-64 16,-25-1-16-16,1 0 0 0,-26-2 96 0,51 5 0 16,-51-5 16-16,52 8 0 0,-24-4-144 0,-28-4-128 15,54 14 144-15,-54-14-144 0,50 19 0 0,-50-19 0 16,45 17 0-16,-45-17 0 0,38 19-144 0,-38-19 144 16,33 17 0-16,-33-17-144 0,34 14 144 0,-34-14 0 15,36 12 0-15,-36-12 0 0,33 9 0 0,-33-9 0 16,31 7 0-16,-31-7 0 0,29 5 128 0,-29-5-128 15,30 3 128-15,-30-3-128 0,27 4 192 0,-27-4-16 16,0 0-16-16,35 5 0 0,-35-5 32 0,0 0 16 0,0 0 0 0,32 8 0 16,-32-8-208-16,0 0 176 0,0 0-176 0,0 0 160 15,0 0-160-15,0 0 128 0,0 0-128 0,0 0 128 16,0 0-128-16,0 0 160 0,0 0-160 0,-14 3 160 16,7-5-32-16,0-2-128 0,-1-1 192 0,-1 0-64 15,2 1-128-15,-1-2 160 0,0 0-160 0,-1-4 160 16,0 3-160-16,1-2 0 0,0 0 144 0,0 0-144 15,2 0 0-15,-1 0 144 0,0-1-144 0,0 0 0 16,2 1 160-16,-1-2-160 0,1 1 128 0,0 0-128 16,0-1 224-16,1 1-32 0,-1-1-16 0,0-1 0 15,1 0-176-15,0-2 160 0,-1 2-160 0,1-3 160 16,-1-1-160-16,0 1 160 0,2 0-160 0,-1 0 160 16,-1 0 144-16,1-4 16 0,-1 3 16 0,0-4 0 0,1 0 192 0,-1-3 48 15,1-2 0-15,-1-2 0 0,2 0-80 0,-1 0-16 16,1-3 0-16,-1-1 0 0,0 0-176 0,2 0-48 15,-2 1 0-15,1-1 0 0,-1 0-64 0,1-5-32 16,-1 1 0-16,1 2 0 0,-1-2-160 0,2 1 0 16,-2 0 144-16,-1-1-144 0,2 2 0 0,1 2 0 15,-1 2 0-15,1-4 0 0,0 0 0 0,1-3 0 16,0-1 0-16,0 1 0 0,1 0 0 0,1 0 0 16,0-1 0-16,0 1 0 0,1 1 0 0,-1 4 0 15,1 4 0-15,-1-3 0 0,2-1 0 0,-1 0 0 16,2 1 0-16,1 1 0 0,-1 3 0 0,1 2 0 15,1 1 0-15,-1 1-128 0,2 4 128 0,-2 3 0 16,1 1-144-16,-1 2 144 0,3 0 0 0,-1 4-176 0,1 0 176 0,1 3-128 16,0-2 0-16,-9 7 0 0,24-5 0 15,-24 5 0-15,29-5-112 0,-29 5-16 0,33 1 0 0,-33-1 0 16,37 6 112-16,-37-6 16 0,40 8 0 0,-40-8 0 16,45 11 128-16,-45-11 0 0,46 12 0 0,-20-5 0 15,1 1 0-15,2 1 0 0,0 0 0 0,4 1 0 16,2 0 0-16,2 3 0 0,0 0 0 0,0-1 128 15,1 2-128-15,-4-2 128 0,-1-3-128 0,3 3 128 16,2-1-128-16,-2 1 0 0,-2 0 0 0,2 2 0 16,4 1 0-16,-1-1 0 0,-1-2 0 0,-1-1 0 15,-1-2 0-15,1-1 0 0,2-1 0 0,-1 1 0 16,-1-4 0-16,1-2 0 0,-1 1 0 0,0-5 0 16,-1 1 0-16,-2-1 144 0,-1-2-144 0,-4-1 0 0,-1 0 144 0,-1-2-144 15,0 0 0-15,-4-1 144 0,-1 2-144 0,-6 0 0 16,-3 2 0-16,-2 0 128 0,0 1-128 0,-4 0 0 15,-7 3 144-15,0 0-144 0,0 0 0 0,0 0 144 16,0 0-144-16,0 0 0 0,0 0 0 0,0 0 0 16,0 0 0-16,0 0 0 0,0 0 0 0,-5 32 0 15,5-32 0-15,0 0 0 0,-14 29 0 0,14-29-192 16,-11 25 192-16,11-25-192 0,-11 31 16 0,11-31 16 16,-10 38 0-16,10-38 0 0,-9 45 160 0,9-45 0 15,-6 49 0-15,6-49-128 0,-5 46 128 0,5-46 0 16,-5 61 0-16,2-24 0 0,1 4 0 0,1 7 0 15,1 0 0-15,-1 3 0 0,1-3 0 0,-1 2 0 16,1 1 0-16,0 2 0 0,0 1 0 0,0 0 0 16,0 1 0-16,0-5-128 0,-1-2 128 0,0-6 0 15,0 1 0-15,-1 0 0 0,0-1 0 0,-1-1 0 0,0-3 0 16,0-3 0-16,-1-4 0 0,4-31 144 0,-10 47-144 0,10-47 160 16,-11 36 208-16,11-36 32 0,-13 24 16 0,13-24 0 15,-16 16 256-15,16-16 48 0,-19 8 16 0,6-8 0 16,0-1-240-16,-1-3-48 0,-4-1-16 0,-2-2 0 15,-3-2-96-15,-1-1-16 0,-3-2 0 0,-2 0 0 16,-3-2-160-16,-2 2-32 0,0-2-128 0,-2 2 192 16,-1 0-192-16,1 0 0 0,-1 3 0 0,1-1 0 15,-1 1 0-15,1 1 0 0,1 2 0 0,2-1 0 16,-1 2 0-16,2 0 0 0,-1 2 0 0,2-1 0 16,2 2 0-16,2-1 0 0,2 1 0 0,2 1 0 15,2 1 0-15,0 0 0 0,3 1 0 0,1-1 0 16,2 2 0-16,2-2 0 0,3 3 0 0,1-3 0 0,0 2-192 15,9-2 32-15,-8 4 0 0,8-4 0 0,0 0-160 0,0 0-48 16,0 0 0-16,0 0 0 16,0 0-928-16,36 20-192 0,-36-20-48 0</inkml:trace>
  <inkml:trace contextRef="#ctx0" brushRef="#br0" timeOffset="2918.77">8452 3993 13823 0,'-12'-7'1216'0,"5"3"-960"0,1-2-256 0,6 6 0 0,-4-4 1712 0,4 4 288 15,0 0 64-15,0 0 16 0,7-5-736 0,-7 5-160 16,16-7-32-16,-16 7 0 0,30-4-720 0,-30 4-160 16,40 2-16-16,-14 0-16 0,1 3-240 0,4 0 144 15,1 1-144-15,4 2 128 0,0 1-128 0,2 1 0 16,1-1 0-16,1 1-176 0,0-1 176 0,1-2 0 15,4 0 0-15,1-3 0 0,2-1 0 0,2-3 0 16,-2-3 0-16,-1-3 0 0,-2-1 160 0,0-3 16 16,-2 1 0-16,-3 0 0 0,-2-1 192 0,-3 2 32 15,-4-3 16-15,-2 4 0 0,-2-3-64 0,-3 4-16 0,-4 0 0 16,-4 3 0-16,-16 3-112 0,23-3-32 0,-23 3 0 0,0 0 0 16,0 0-192-16,0 0 0 0,0 0 0 0,0 0 0 31,-12 20-448-31,-7-11-64 0,-6 3-32 0,-9 1 0 15,-4 3-2256-15,-5-2-448 0</inkml:trace>
  <inkml:trace contextRef="#ctx0" brushRef="#br0" timeOffset="3299.46">9057 4090 1839 0,'-118'3'0'0,"96"-3"160"0,22 0-160 0,0 0 0 0,-10 0 0 0,-6 0 0 15,-12 0 1280-15,-14 0 240 0,-14-1 32 0,-2 1 16 16,3 0 336-16,8 1 64 0,7 1 16 0,8 1 0 16,7 0 176-16,7 1 32 0,3 1 16 0,4-1 0 15,11-4-1008-15,-12 12-208 0,12-12-32 0,0 0-16 0,0 0-704 0,0 0-240 16,0 0 144-16,18 33-144 0,-18-33 304 15,0 0-32-15,41 12 0 0,-41-12 0 0,40 7 288 0,-14-5 48 16,5 3 16-16,7 0 0 0,4 2-16 0,2-1 0 16,-1 0 0-16,4 0 0 0,3 0-32 0,5 1-16 15,5 2 0-15,3-2 0 0,3 3-112 0,2-1-32 16,1-2 0-16,7-1 0 0,5 0-96 0,3-1-32 16,0-2 0-16,2-1 0 0,4-2-112 0,-1 0-32 15,-1 0 0-15,2-2 0 0,2-1 32 0,0-4 0 16,-3 3 0-16,2-4 0 0,3 1 128 0,-3 0 16 15,-4-1 16-15,1 0 0 0,2-2 768 0,-1 3 160 16,-1-2 16-16,-3 0 16 16,-6 1-1744-16,-4 1-336 0,-5 2-80 0,-8 0-16 0,-8 3 880 0,-7-3 0 15,-2 3 0-15,-6-1 0 0,-5 1 0 0,-6 2 0 16,-5 0 0-16,-23 0 0 0,31 2-288 0,-31-2 64 16,0 0 16-16,0 0 0 15,0 0-1072-15,0 0-192 0,0 0-64 0,-23 0 0 16,4-2-496-16,-6-1-96 0,-8-1-32 0,-6 1 0 15,-6 1-336-15,-6-2-80 0</inkml:trace>
  <inkml:trace contextRef="#ctx0" brushRef="#br0" timeOffset="3632.68">10173 4050 10703 0,'-58'0'224'0,"17"0"48"0,3-1 16 0,12 0 32 0,9 1-320 0,5-2 0 0,-8 2 0 0,-13-3 0 15,-15 1 1216-15,-6-1 160 0,5 1 32 0,11-3 16 16,12 2 464-16,10-1 96 0,9 0 0 0,7 4 16 15,5-6-1200-15,-5 6-240 0,30-7-48 0,-6 2-16 16,5 1-1104-16,4-3-224 0,3 2-32 0,4-2-16 0,2 2 1456 0,3 0 272 16,4-2 64-16,2 3 16 0,5-1 32 0,2 2 0 15,-1 0 0-15,1 2 0 0,-2 1-176 0,3 1-16 16,1 0-16-16,0 1 0 0,0 3-272 0,-1-2-48 16,-2 3-16-16,-1 0 0 0,0-2-128 0,-3 1-32 15,2 0 0-15,-4-3 0 0,-2 3-16 0,-3-3-16 16,-3-2 0-16,-1 0 0 15,-2 0-944-15,-3-2-192 0,-3-1-48 0,-4-1 0 0,-4-1 1584 0,-4 0 304 16,-2 0 64-16,-5-2 16 0,-3 3-816 0,-12 4-192 16,14-8 0-16,-14 8 0 0,3-6 0 0,-3 6 0 15,0 0 0-15,-4-8 0 0,4 8-144 0,-9-2 144 16,9 2 0-16,-13 2-144 16,13-2-256-16,-16 8-48 0,16-8-16 0</inkml:trace>
  <inkml:trace contextRef="#ctx0" brushRef="#br0" timeOffset="5800.06">9272 7166 34383 0,'-6'-6'752'0,"-1"0"144"0,2-2 48 0,0 4 32 0,1 1-784 0,4 3-192 0,0 0 0 0,0 0 0 15,0 0 0-15,0 0-256 0,0 0 48 0,-7 36 16 16,7-36-656-16,0 52-128 0,0-16-32 0,1 6 0 15,0 1 48-15,0 4 16 0,1-2 0 0,-1-2 0 16,1-10 576-16,1 3 112 0,2 11 32 0,1 0 0 16,3-1 224-16,3-4 0 0,-2-7 0 0,-1-3 0 15,1-3 0-15,-10-29 0 0,20 52 0 0,-20-52 0 0,18 45 0 0,-18-45 0 16,17 39 0-16,-17-39 0 0,0 0-256 0,16 33 0 16,-16-33 0-16,0 0 0 15,0 0-448-15,0 0-80 0,0 0-32 0,0 0 0 16,5-6 208-16,-6-8 32 0,0-5 16 0,-2-9 0 15,1-2-496-15,1-7-96 0</inkml:trace>
  <inkml:trace contextRef="#ctx0" brushRef="#br0" timeOffset="6476.53">9282 7094 8287 0,'-12'-2'736'0,"3"0"-592"15,9 2-144-15,-10-2 0 0,10 2 1184 0,0 0 208 16,-16 0 32-16,2 0 16 0,-2 0-288 0,1 2-64 0,4 2-16 0,11-4 0 15,0 0-720-15,0 0-144 0,1 29-16 0,-1-29-16 16,0 0-176-16,44 29 0 0,-44-29-160 0,56 17 160 16,-21-9 1136-16,4-3 320 0,3 0 64 0,3-2 16 15,3-1-1280-15,-1 0-256 0,-5-4 0 0,6 2 0 16,7-2 320-16,5 1 112 0,3-1 16 0,0-1 16 16,0 0-272-16,-2 0-48 0,-1-2-16 0,2 1 0 15,4 1-128-15,-1-2 0 0,-3-2 0 0,0-1 0 16,-3 2 144-16,2-4-144 0,3 5 160 0,-3-3-160 15,0 0 272-15,-5 1-32 0,-1-1-16 0,0 2 0 16,-2 3-48-16,-2 3-16 0,-2 2 0 0,-8 1 0 16,-5-1-160-16,-5 3 0 0,-1 2 0 0,-4 3 0 15,-26-10 0-15,38 23 0 0,-38-23 0 0,26 33 0 16,-26-33 320-16,14 43-32 0,-14-43 0 0,2 50 0 0,-2-50-80 0,-4 54-16 16,-1-25 0-16,1 1 0 0,0 1-48 0,0-1-16 15,0 4 0-15,3-3 0 0,-1-2-128 0,0 4 128 16,1 5-128-16,-1 0 128 0,2 2-128 0,-1-2 0 15,2-7 0-15,-1 2 0 0,1-2 128 0,-1 0-128 16,1-4 128-16,-1-27-128 0,0 44 144 0,0-44-144 16,-2 33 160-16,2-33-160 0,-6 26 336 0,6-26-16 15,0 0-16-15,-19 24 0 0,19-24 432 0,-19 7 96 16,19-7 0-16,-25 7 16 0,10-7 48 0,-4 0 16 16,1 0 0-16,-4 0 0 0,0-2-352 0,-2 2-80 15,-2 0-16-15,-2-1 0 0,-3 1-176 0,0 0-32 16,1-2-16-16,-5 2 0 0,-4 0-240 0,-4-2 144 15,-5-1-144-15,-3 0 128 0,0 2-128 0,-3-1 0 0,-5-1 0 16,2 1 0-16,1-3-240 0,-9 0 32 0,-11-2 0 0,-2 2 0 16,4-2 48-16,2 2 16 0,0-2 0 15,4 3 0-15,6-1 352 0,5 0 80 0,2 1 16 0,7 1 0 16,6 0 80-16,5 1 0 0,5 1 16 0,2 0 0 16,7 1-208-16,3 1-64 0,3 0 0 0,4 2 0 15,1 2-128-15,12-5 0 0,-15 11 0 0,15-11 0 16,0 0-320-16,-10 24-32 0,10-24-16 0,0 0 0 15,6 35-640-15,-6-35-128 16,0 0-16-16,21 31-16 0,-21-31 32 16,0 0 16-16,36 21 0 0,-36-21 0 0,33 9-304 0,-33-9-64 15,39 5-16-15,-39-5 0 0,45 1-448 16,-19-1-96-16</inkml:trace>
  <inkml:trace contextRef="#ctx0" brushRef="#br0" timeOffset="7968.16">9884 10548 17503 0,'0'0'1552'0,"-12"-2"-1232"0,12 2-320 0,0 0 0 16,0 0 1232-16,0 0 192 0,-15 0 48 0,15 0 0 15,-22 2-512-15,7-2-80 0,-1 1-32 0,0 1 0 16,0-1-608-16,1 1-240 0,-1-2 176 0,1 0-176 15,1-2 0-15,0 1 0 0,0-1 0 0,-1-1 0 16,0-1 0-16,0 1-128 0,0-2 128 0,0 1 0 16,0-3 0-16,-1 1 0 0,1 0 128 0,0-3-128 15,-1-1 416-15,0-2-16 0,0 0 0 0,1-3 0 16,-1-1 96-16,-1-3 16 0,1 0 0 0,0-2 0 16,1 2 64-16,-1 2 0 0,1 1 16 0,1 0 0 0,1-2-336 0,1 0-64 15,2-1 0-15,-1 0-16 0,2 3-176 0,0-4 0 16,1 4 0-16,0-6 128 0,0 3-128 0,2-3 128 15,0 2-128-15,1 1 128 0,1-1-128 0,1 0 0 16,1 0-160-16,2-1 160 0,0-2-400 0,1 0 16 16,2 0 0-16,1 0 0 15,1-1-64-15,2-2 0 0,1 2 0 0,2 3 0 0,1-1 192 0,2 3 16 16,2-2 16-16,1 2 0 0,3 0 224 0,0 3 0 16,1 1 0-16,3 1 0 0,-1 2 0 0,0 1 0 15,3 0 144-15,-1 0-144 0,1 2 368 0,1 2-32 16,2-1 0-16,2 2 0 0,-1 1 80 0,2 2 16 15,4 1 0-15,0-3 0 0,3 3-80 0,0-1-16 16,1 1 0-16,0 1 0 0,-1 1-64 0,1 1-16 0,1 3 0 0,1-1 0 16,0 0-256-16,0 1 0 0,-1 1 0 0,-1 0 0 15,-2 2 0-15,-1 0 0 0,-1 2 0 0,0-2 0 16,-2 2 0-16,-1 1 0 0,1 0 0 0,-3-1 0 16,0 5 144-16,-1-1-144 0,0 3 0 0,-3 1 144 15,-2-1-16-15,-2 1-128 0,-2 2 192 0,-20-19-64 16,37 36-128-16,-37-36 0 0,31 35 0 0,-31-35 0 15,28 38 0-15,-28-38-144 0,23 40 144 0,-23-40 0 16,18 41-192-16,-18-41 192 0,11 40-192 0,-11-40 192 16,7 38 0-16,-7-38 128 0,2 40 0 0,-2-40 16 15,-3 43 96-15,3-43 16 0,-7 42 0 0,2-21 0 16,5-21-96-16,-11 39-16 0,11-39 0 0,-16 35 0 16,16-35-144-16,-20 34 192 0,10-19-192 0,-2 0 192 0,-1 2-64 15,-2-3 0-15,-2 0 0 0,-1-1 0 0,-2-2 16 0,-1-1 0 16,0-1 0-16,-3 1 0 0,0-4-144 0,-1 0 192 15,0-2-192-15,-4 0 192 0,0-1-192 0,-3 0 0 16,3-1 0-16,-4 0 128 0,-1 1-128 0,0-1 0 16,2 0-160-16,0-2 160 0,1-2 0 0,0-1 0 15,2 1 0-15,1-1 0 0,2 0 0 0,0 0 240 16,2-2-32-16,1 1 0 0,4 1 160 0,1 1 16 16,2-1 16-16,1 3 0 0,2-2-112 0,13 2-32 15,-22-2 0-15,22 2 0 0,-15-1-256 0,15 1 0 16,-11-2 0-16,11 2 0 0,0 0-128 0,0 0-96 15,0 0-16-15,0 0 0 0,-13 2-32 0,13-2-16 16,0 0 0-16,0 0 0 0,0 0 288 0,0 0 128 16,0 0-128-16,0 0 192 0,0 0 144 0,16-13 32 15,-16 13 0-15,0 0 0 0,0 0-96 0,20-9-16 16,-20 9 0-16,0 0 0 0,0 0-128 0,23-8-128 0,-23 8 144 0,0 0-144 16,0 0 0-16,24-3 0 0,-24 3 0 0,0 0 0 15,0 0 0-15,22-4 0 0,-22 4 0 0,0 0 0 16,0 0 0-16,0 0 0 0,0 0 0 0,0 0 0 15,0 0 0-15,0 0 0 0,0 0 0 0,0 0 0 16,0 0 0-16,0 0 0 0,0 0 0 0,0 0-160 16,0 0-400-16,0 0-80 0,0 0 0 0,0 0-11104 15,0 0-2208-15</inkml:trace>
  <inkml:trace contextRef="#ctx0" brushRef="#br0" timeOffset="8937.99">5936 11722 8287 0,'-15'-7'736'0,"3"-1"-592"15,0 0-144-15,4 3 0 0,8 5 1456 0,-7-5 256 16,7 5 48-16,-13-9 16 0,-1-3 16 0,-5 0 0 15,1-2 0-15,2 2 0 0,2 0-496 0,3 3-80 16,3 2-32-16,1 1 0 0,7 6-768 0,-8-9-160 16,8 9-16-16,-4-8-16 0,4 8-224 0,0 0 0 0,0 0 0 0,0 0 0 15,0 0 0-15,0 0 0 16,0 0 0-16,16-15 0 0,-16 15 0 0,0 0-128 0,0 0 128 0,0 0 0 16,38-2 0-16,-38 2 0 0,0 0 0 0,35 2 0 15,-35-2 128-15,0 0 16 0,43 9 16 0,-43-9 0 16,33 7 320-16,-33-7 64 0,40 17 16 0,-40-17 0 15,47 20-176-15,-47-20-16 0,53 26-16 0,-53-26 0 16,36 18-224-16,-36-18-128 0,46 23 160 0,-12-3-160 16,2 0 128-16,2 0-128 0,1 1 0 0,1 0 0 15,2-1 128-15,-1-2-128 0,-1 2 0 0,0-4 144 16,-1 1 0-16,0-3 0 0,-4-2 0 0,5-1 0 16,5-1 208-16,0 2 32 0,0 0 16 0,-2-3 0 15,1-2 224-15,-3 1 32 0,-6-5 16 0,5 0 0 16,3-1-32-16,3-1 0 0,0 1 0 0,1-2 0 15,0 0-128-15,-2-3-48 0,1-3 0 0,-1-1 0 0,-1-1-160 0,-1-3-48 16,-1 1 0-16,0-4 0 0,0 2-96 0,-2-4-32 16,-2-3 0-16,0-3 0 0,-2-1 16 0,-2 0 0 15,-1 0 0-15,-3 0 0 0,-3 1-144 0,-2-1 0 16,0 1 144-16,-5 6-144 0,-20 16 0 0,27-24 0 16,-27 24 0-16,23-16 0 0,-23 16 0 0,0 0 0 15,0 0 0-15,17-14 0 0,-17 14 0 0,0 0-128 16,0 0 128-16,0 0-128 15,0 0-384-15,-12 16-64 0,12-16 0 0,-16 23-16 16,8-10-1872-16,-1 2-368 0</inkml:trace>
  <inkml:trace contextRef="#ctx0" brushRef="#br0" timeOffset="9667.32">12122 11751 20271 0,'0'0'1792'0,"0"0"-1424"15,0 0-368-15,0 0 0 0,0 0 2880 0,0 0 512 16,0 0 112-16,0 0 16 0,0 0-3008 0,0 0-512 16,0 0-288-16,0 0 32 15,0 0-1024-15,0 0-224 0,0 0-32 0,26 21-16 16,-26-21 336-16,23 17 64 0,-23-17 0 0,26 23 16 0,-26-23 992 0,33 29 144 0,-15-10 128 0,4-2-128 15,3 2 1264-15,3 2 144 0,5 3 48 0,6 1 0 16,5 1 176-16,5-2 32 0,0 0 16 0,0-2 0 16,2-1-672-16,8-4-144 0,8-1-32 0,2-4 0 15,-2-2-256-15,3-4-64 0,2-4-16 0,1-6 0 16,1-5-48-16,-2-1 0 0,-1-4 0 0,2-3 0 16,3-2-64-16,-3-6-32 0,-2 0 0 0,-6-3 0 15,-6-1-96-15,-4 1-32 0,-5 4 0 0,-6 1 0 16,-2 2-224-16,-6 1 0 0,-3 1 0 0,-6 0 0 15,-1 3 0-15,-7 3 0 0,-2 2 0 0,-17 11 0 0,18-16 0 16,-18 16 0-16,0 0 0 0,0 0 0 0,0 0-256 0,-15-17 16 16,15 17 0-16,-31 0 0 15,10 3-320-15,-3 0-64 0,-3 5-16 0,-1-1 0 16,-1 1-32-16,2 1-16 0,2 0 0 0,-2 1 0 16,0-3 176-16,1 0 48 0,2 1 0 0,2-4 0 15,1 1-432-15,3-3-96 0,1-2-16 0,2 0 0 16,15 0-688-16,-25-3-144 0,25 3-16 0,-22-6-10256 15</inkml:trace>
  <inkml:trace contextRef="#ctx0" brushRef="#br0" timeOffset="10832.4">9920 12080 28559 0,'0'0'2544'0,"-12"-4"-2032"15,12 4-512-15,0 0 0 0,0 0 272 0,0 0-32 16,-8-10-16-16,8 10 0 15,-11-14-624-15,11 14-128 0,-6-17-32 0,6 17 0 16,4-21-432-16,-4 21-96 0,14-14 0 0,-14 14-16 16,20-12 192-16,-20 12 32 0,0 0 16 0,29-5 0 0,-29 5 560 0,40 5 112 15,-13 2 32-15,3 0 0 0,2 3 1568 0,4-1 304 16,3 1 64-16,1 1 16 0,0-1-1296 0,-1 2-256 16,2-2-48-16,0-1-16 0,0 2 352 0,5-2 80 15,1 2 16-15,4-4 0 0,1 2 848 0,-1 2 192 0,-2 0 16 16,-2-4 16-16,0 1-976 0,-3-2-192 0,0-4-32 0,-4-1-16 15,-4-1 352-15,-4-1 80 0,-2 1 16 0,-30 0 0 16,43 1-544-16,-43-1-128 0,27 2 0 0,-27-2-16 16,0 0-240-16,0 0 0 0,0 0 0 0,0 0 0 15,0 0 0-15,-24-5 0 0,1-1 0 0,-10 0 0 32,-10-1-720-32,-5 0-48 0,-4 0 0 0,-12-3 0 15,-10 3-1344-15,-10 0-256 0,-4 5-64 0,-3 0-16 0,0 4-560 0,3 4-96 0,7 2-32 0,5 5 0 16,4 0 1792-16,8 1 336 0,7 2 80 0,7-1 16 15,5 2 3648-15,7-1 720 0,6 1 160 0,6-1 32 16,8-3-1840-16,8 1-352 0,10-14-80 0,0 28-16 16,0-28-880-16,28 28-176 0,-5-11-48 0,10 0 0 15,11-1-256-15,6 1-176 0,6-1 32 0,4-4 0 0,4 0 304 0,5-3 64 16,2-1 16-16,0-6 0 0,0 2-400 16,-2-4-80-16,-4-4-16 0,3 0 0 0,2-4 256 0,-6-1-176 15,-4 2 176-15,-5-3-160 0,-6 1 816 0,-3-1 176 16,-3 1 16-16,-6-1 16 0,-7 3 80 0,-6-2 16 15,-24 9 0-15,30-14 0 0,-30 14-592 0,0 0-112 16,11-24-32-16,-11 24 0 16,-20-19-752-16,2 7-160 0,-2 0-16 0</inkml:trace>
  <inkml:trace contextRef="#ctx0" brushRef="#br0" timeOffset="11971.69">8617 11978 8287 0,'-9'-2'736'15,"9"2"-592"-15</inkml:trace>
  <inkml:trace contextRef="#ctx0" brushRef="#br0" timeOffset="13399.33">9957 11962 17503 0,'0'0'1552'0,"0"0"-1232"0,0 0-320 0,0 0 0 0,0 0 2624 16,0 0 480-16,0 0 96 0,0 0 0 15,-3-14-2112-15,3 14-416 0,3-19-96 0,-3 19 0 0,4-26-416 0,-1 9-160 16,-1-2 128-16,1-1-128 0,-1-1 0 0,-1 0-320 15,0 0 48-15,-1 0 16 0,0 0 256 0,-1 1 0 16,1 2 0-16,-1-4 0 0,-1-2 640 0,-1-2 64 16,0-2 32-16,0-1 0 0,2 1 256 0,0-3 48 15,-2-4 16-15,2-4 0 0,0-1-384 0,1 0-80 16,1 1-16-16,1-5 0 0,1-3-288 0,-1-3-64 16,3-1-16-16,-1 2 0 0,-1 9-208 0,0 4 0 15,0 4 0-15,0-3 0 0,0-2 0 0,-2 4 0 16,1 6 0-16,-1 4 0 0,0 8 0 0,-2 2 0 15,1 13 0-15,-2-17 0 0,2 17 0 0,0 0 0 16,-2-10 0-16,2 10 0 0,0 0 0 0,0 0 0 16,0 0 0-16,0 0 0 0,0 0-272 0,0 0 48 0,0 0 16 0,0 0 0 15,0 0 64-15,0 0 16 0,3-14 0 0,-3 14 0 16,0 0 128-16,2-14 0 0,-2 14 0 0,0-12 0 16,0 12 0-16,-1-10 0 0,1 10 0 0,-1-11 0 15,1 11 144-15,0 0-144 0,0 0 192 0,0 0-192 16,0 0 320-16,0 0-64 0,0 0 0 0,-10 12 0 15,10-12-128-15,-6 23-128 0,6-23 192 0,-6 34-192 16,6-34 0-16,-9 40 0 0,2-18 0 0,0 3 0 16,-1-3 0-16,-2 3 0 0,0-3 0 0,0 2 0 15,0-5 0-15,-2 0 0 0,0-3 0 0,-1-1 0 16,0-1 0-16,1-2 0 0,0-4 0 0,-2 0-144 16,0-3-896-16,-1-1-176 0,-1-3-48 0,0-2-9792 15,1-3-1952-15</inkml:trace>
  <inkml:trace contextRef="#ctx0" brushRef="#br0" timeOffset="13582.04">9670 10952 3455 0,'13'-17'0'0,"-13"17"144"0,11-14-144 0,-11 14 192 0,0 0-192 0,0 0 0 16,17-9 0-16,-17 9 0 0,41-17 288 0,-10 5 32 15,4 3 0-15,0-1 0 0,-2 5-496 0,1 0-80 16,-2 1-32-16,0 2 0 0,0 2-32 0,-1 2-16 16,-1 2 0-16,1 2 0 0,-1 1 704 0,0 4 144 15,0-1 16-15,-4 2 16 0,-26-12 864 0,44 21 160 16,-44-21 32-16,38 19 16 0,-38-19-640 0,37 24-128 15,-37-24-16-15,35 19-16 0,-35-19-672 0,29 19-144 16,-29-19 0-16,0 0-5792 0</inkml:trace>
  <inkml:trace contextRef="#ctx0" brushRef="#br0" timeOffset="13748.45">10579 10906 41471 0,'0'0'3680'15,"-12"1"-2944"-15,12-1-592 0,0 0-144 16,0 0 256-16,0 0 32 0,0 0 0 0,0 0-19008 16</inkml:trace>
  <inkml:trace contextRef="#ctx0" brushRef="#br0" timeOffset="14508.14">9921 10386 22111 0,'-13'4'1968'0,"13"-4"-1584"0,-17 2-384 0,17-2 0 16,0 0 624-16,-12 5 32 0,0 0 16 0,-8 2 0 16,-4 0-480-16,-1 2-192 0,4-2 128 0,1-1-128 15,4-2 0-15,-1-2 0 0,1-2 0 0,0-2-176 0,0 0 176 0,-3-5 0 16,1 0 0-16,-3-3 0 0,0 1 0 0,-1-1 176 15,0-2-176-15,0-4 192 0,-2-2 656 0,3 0 144 16,0 1 32-16,-2-1 0 0,-2-4 256 0,0 0 48 16,2-3 16-16,-1-1 0 0,2-3-320 0,1 1-48 15,2 0-16-15,0-2 0 0,0-2-368 0,2-2-80 16,1 2 0-16,1 0-16 0,2 0-352 0,3 0-144 16,2 3 128-16,1-1-128 0,2-3 0 0,3 2 0 15,2 2 0-15,2 1 0 16,1 2-912-16,4 2-272 0,0 3-48 0,3 1-16 0,2 0 672 0,4 1 144 15,4 2 32-15,1-2 0 0,5 3 128 0,4-1 16 16,3 0 16-16,6 3 0 0,1 0-48 0,3 2-16 16,5 3 0-16,2 0 0 0,-2 3 144 0,7 0 32 15,5 3 0-15,4-2 0 0,0 5 128 0,3-2 0 16,2 0-144-16,4 2 144 0,0 2-128 0,-1 3 128 0,-1 0-160 0,-2 3 160 16,-2 2 0-16,-1 1 0 0,1 4 0 0,-7 0 0 15,-4 4 0-15,-5 0 0 0,-2 2 0 0,-6 3 160 16,-3-3 288-16,-4 3 48 0,-4 2 16 0,-5 0 0 15,-4 2 640-15,-5 1 144 0,-5 4 32 0,-6 0 0 16,-4 4-1072-16,-6 1-256 0,-4 1 0 0,-5 1 0 16,-3 1 608-16,-5-4 64 0,-1-1 16 0,-3-6 0 15,-1-5-688-15,-2-2-272 0,0-3 16 0,-2-4 0 16,1-4-320 0,-1-5-48-16,0-3-16 0,2-6 0 0,2-3-688 15,0-4-144-15,2-3-16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2T07:48:59.91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1761 14755 24879 0,'-7'6'2208'0,"2"-1"-1760"16,5-5-448-16,0 0 0 0,0 0 128 0,0 0-128 15,-1 8 128-15,1-8-128 16,-3 14-784-16,3-14-240 0,0 0-64 0,0 0-8976 0</inkml:trace>
  <inkml:trace contextRef="#ctx0" brushRef="#br1" timeOffset="4764.57">11580 7362 11055 0,'-7'-7'976'0,"3"2"-784"0,0-1-192 0,4 6 0 15,-5-5 1632-15,5 5 288 0,0 0 48 0,-2-7 16 16,0 2-400-16,0-2-80 0,0 1-16 0,2 6 0 16,0-8-1040-16,0 8-224 0,0 0-32 0,0 0-16 15,0 0-176-15,0 0-256 0,27 18 64 0,-27-18 16 16,0 0-96-16,22 38-32 0,-22-38 0 0,14 36 0 0,-14-36 80 0,13 38 16 16,-13-38 0-16,13 42 0 0,-13-42 208 0,13 36 0 15,-13-36 0-15,13 38 0 0,-13-38 0 0,10 31 0 16,-10-31 0-16,13 35 0 0,-13-35 0 0,0 0 0 15,21 41 0-15,-21-41 0 0,0 0 128 0,0 0-128 16,30 26 192-16,-30-26-192 0,0 0 416 0,27 5-32 16,-27-5 0-16,21-1 0 0,-21 1 352 0,23-9 64 15,-10 2 16-15,0 0 0 0,1-1-256 0,0-1-48 16,-1 0-16-16,-1-1 0 0,-2 1 16 0,2-6 0 16,-1-1 0-16,-1-3 0 0,0-2 368 0,-1-5 80 15,0-1 0-15,-1-6 16 0,0 0-128 0,0-3-16 16,-1 1-16-16,0-1 0 0,0-4-480 0,0-3-80 15,0-4-32-15,1 5 0 0,-2 6-224 0,-1 4 176 16,-1 4-176-16,-1 5 160 0,0 2 192 0,-2 1 32 0,0 6 16 0,0 2 0 16,-1 3 0-16,0 4 0 0,0 5 0 0,0 0 0 15,0 0-400-15,0 0 128 0,0 0-128 0,0 0 0 16,0 0-192-16,-2 40-112 0,2-40-16 0,-3 34-16 31,3-34-304-31,-6 30-64 0,6-30-16 0,0 0 0 0,-8 31 304 0,8-31 64 0,0 0 16 0,0 0 0 16,0 0 336-16,-11 22-176 0,11-22 176 0,0 0-128 15,0 0-144-15,-3-3-32 0,3 3 0 0,2-5 0 16,-2 5-768-16,5-9-144 0,-1 5-48 0,2-4-12736 16</inkml:trace>
  <inkml:trace contextRef="#ctx0" brushRef="#br1" timeOffset="5798.3">12550 7125 16575 0,'-6'-7'1472'16,"2"3"-1168"-16,1-1-304 0,3 5 0 0,-2-5 960 0,2 5 128 15,-7-16 16-15,0 1 16 0,-1-8 96 0,-2-3 0 16,4 1 16-16,1 2 0 0,2 1-784 0,3 6-144 15,0 0-48-15,0 1 0 0,3 6-256 0,0-1 0 16,1 1 0-16,1 1 0 0,2-1 0 0,2 4 0 16,0-2 0-16,-9 7-144 0,23-5 144 0,-23 5-160 15,31-4 160-15,-12 3-160 0,-19 1 0 0,40 1 0 16,-15 1 0-16,-1-2 0 0,1 3 160 0,0-1-128 16,3 0 128-16,-1 3-128 0,1-2 128 0,-3 1 0 15,-2 1 0-15,0 0 0 0,-23-5 0 0,40 16 128 16,-40-16-128-16,34 26 0 0,-34-26 0 0,24 34 0 15,-24-34 0-15,16 40 128 0,-16-40-128 0,3 45 0 16,-3-45 0-16,-6 45 0 0,6-45 0 0,-13 39 0 0,13-39 0 0,-21 41 0 16,21-41 192-16,-20 31-16 0,20-31-16 0,-23 31 0 15,23-31-32-15,-23 26-128 0,23-26 192 0,-22 22-64 32,22-22-672-32,-19 18-144 0</inkml:trace>
  <inkml:trace contextRef="#ctx0" brushRef="#br1" timeOffset="5968.44">12894 7612 34095 0,'-10'2'3024'0,"10"-2"-2416"15,-13 0-480-15,13 0-128 0,0 0 960 0,0 0 160 16,0 0 32-16,0 0-17472 15</inkml:trace>
  <inkml:trace contextRef="#ctx0" brushRef="#br1" timeOffset="6699.03">12724 7818 23039 0,'-12'-3'1024'0,"12"3"192"0,-18-3-960 0,18 3-256 0,-11-4 0 0,11 4 0 16,0 0 992-16,-15-2 160 0,2-1 16 0,-5-4 16 16,-2 0-208-16,0-3-32 0,1-1-16 0,1-1 0 15,1-5-640-15,2-2-128 0,-2-2-32 0,0 0 0 16,1-3-128-16,0-2 0 0,-2-2 144 0,-1-4-144 0,2 3 272 0,-2-3-16 15,1 0 0-15,-1-3 0 0,1-2-128 0,-1 1-128 16,2 0 144-16,0-2-144 0,1-1 0 0,2 0 0 16,1-3 0-16,1 3-160 0,2 1 160 0,1-2 0 15,1 4 0-15,2-4-128 0,0 0 128 0,2 0 128 16,3 0-128-16,1 0 176 0,2 2 16 0,4 2 0 16,0 2 0-16,3 1 0 0,2 0-64 0,1 0 0 15,3 2 0-15,-1 3 0 0,1 0 48 0,5 2 0 16,2-1 0-16,2 1 0 0,2 5-176 0,3 1 0 15,2 3 0-15,1 4 0 0,2 3-128 0,3 1 128 16,1 2-160-16,1 0 160 0,-2 2 0 0,1 3 0 16,3 2-128-16,2 0 128 0,2 1 0 0,-1 2 0 15,1 2 0-15,-1 0-144 0,0 0 144 0,-2 2 0 16,3 2 0-16,-2 3 0 0,-2 0 0 0,-2 5 0 0,-2-1 0 16,0 6-128-16,-2 1 128 0,-2 4 0 0,-1 3 0 0,-3 4 0 15,0 1 0-15,-4 3-128 0,-4 2 128 16,-3 3 0-16,-3 4 0 0,-5 3-160 0,-2 2 160 0,-5 5 0 15,-2 6-224-15,-3 0 64 0,-2-1 16 0,-3-3 0 16,0 0-112-16,-4 5 0 0,-2-2-16 0,-3-3 0 16,0-9 272-16,-2 2 0 0,-2 0 0 0,-1-2 0 15,-2-3 432-15,-2-2-16 0,-1-4 0 0,-2-8 0 16,1-2 320-16,-3-8 64 0,-1-2 16 0,-2-2 0 16,1-4-256-16,-2-3-48 0,3-3-16 0,-4 0 0 15,-3-3-496-15,1-4 0 0,1-2 0 0</inkml:trace>
  <inkml:trace contextRef="#ctx0" brushRef="#br1" timeOffset="9414.79">14278 6695 34095 0,'-11'-6'3024'0,"3"-1"-2416"0,8 7-480 0,-5-7-128 16,5 7 352-16,0 0 48 0,-5-15 16 0,-2 1 0 16,1-1-416-16,2-1 0 0,4 0 0 0,5 4 0 31,3 3-448-31,4 1-112 0,3 4-16 0,3-1-16 16,1 4-960-16,2 1-192 0,2 1-48 0,0 4 0 15,2-1 832-15,1 4 144 0,1 6 48 0,1 2 0 0,1 3 432 0,-1 2 80 0,-1-1 32 0,-2 3 0 16,1 3 1056-16,-2 3 192 0,1 2 64 0,-2 4 0 15,-4 1-1264-15,-2 2-240 0,-4 6-48 0,-5 2-16 16,-3 1 1152-16,-3 0 224 0,-4-1 64 0,-6-4 0 16,0 1-304-16,-5-2-48 0,-3-1-16 0,-1 0 0 15,1-4-592-15,-3-8 0 0,1-2 0 0,-1-2-13760 16</inkml:trace>
  <inkml:trace contextRef="#ctx0" brushRef="#br1" timeOffset="9566.36">14651 7542 44223 0,'0'0'1968'0,"-13"0"400"0,13 0-1904 0,0 0-464 16,0 0 0-16,0 0-13008 15,0 0-2704-15</inkml:trace>
  <inkml:trace contextRef="#ctx0" brushRef="#br1" timeOffset="9882.34">15163 6340 31327 0,'2'-18'2784'0,"1"6"-2224"0,1 0-560 0,-4 12 0 16,15-8 1936-16,-15 8 288 0,24 1 48 0,-2 1 16 15,12 3-1776-15,13 4-336 0,7 8-176 0,0 9 160 0,-3 7-320 0,-4 10-64 16,-3 9-16-16,-5 5 0 16,-5 7-1488-16,-4 2-288 0,-6 1-64 0,-4 1-16 15,-2 4 128-15,-5-6 32 0,-4-7 0 0,-4-12 0 0,-3-11 1584 0,-5-5 352 16,-2-2 0-16,-3 0 0 0,-3 1 896 0,-5 1 128 15,-3 2 16-15,-3-2 16 0,-3 2-544 0,-1-2-128 16,0-3 0-16,1 2-9040 16,1-3-1808-16</inkml:trace>
  <inkml:trace contextRef="#ctx0" brushRef="#br1" timeOffset="10148.93">16421 6298 46079 0,'3'-17'2048'0,"-2"6"400"0,2 2-1952 0,-3 9-496 0,0 0 0 0,18-1 0 16,-18 1 0-16,25 12-192 0,-1 0 16 0,8 9 0 16,4 10-144-16,0 9-48 0,-4 3 0 0,-3 9 0 15,-1 9-592-15,-3 3-112 0</inkml:trace>
  <inkml:trace contextRef="#ctx0" brushRef="#br1" timeOffset="10315.61">16473 7736 46079 0,'0'0'2048'0,"-16"17"400"0,16-17-1952 0,0 0-496 16,0 0 0-16,0 0 0 16,0 0-528-16,0 0-208 0,0 0-32 0,18-2-16 0,-1-6 784 0,7-5 256 15,4-4 0-15</inkml:trace>
  <inkml:trace contextRef="#ctx0" brushRef="#br1" timeOffset="10601.65">17473 6168 42383 0,'6'-15'1872'0,"-1"6"400"16,0-1-1824-16,-5 10-448 0,15-4 0 0,-15 4 0 0,22 9 176 0,-22-9-176 0,54 24 192 0,-9 2-192 16,8 9 0-16,1 11-320 0,-5 6 32 0,-4 4 16 15,-6 8 16-15,-5 3 16 0,-3 1 0 0,-5-6 0 16,-4-7-352-16,-5-5-80 0,-3-10-16 0,-2-2 0 16,-4 0 496-16,-2-5 192 0,-3 0-128 0,-3-2 128 15,-4-2 0-15,-2-1 0 0,-4-2 144 0,-4 0-144 16,-3 2 0-16,-3 1 0 0,-2 2 0 0,-2-1 0 0,-1 2 0 0,1-2-304 15,0 1 48-15</inkml:trace>
  <inkml:trace contextRef="#ctx0" brushRef="#br1" timeOffset="10924.16">18685 6246 44223 0,'11'-22'1968'0,"-4"7"400"0,1 2-1904 0,0 5-464 0,-8 8 0 0,16-2 0 16,-16 2 128-16,32 8-128 0,1-2 0 0,10 11 0 15,6 9-160-15,0 12-128 0,-6 7-32 0,-5 10 0 16,-5 9-464-16,-8 9-112 0,-8 7 0 0,-6-1-11360 16,-8-3-2272-16</inkml:trace>
  <inkml:trace contextRef="#ctx0" brushRef="#br1" timeOffset="11081.83">18578 7578 38703 0,'0'0'3440'0,"-21"38"-2752"16,21-38-560-16,-14 26-128 0,14-26 1584 0,0 0 272 16,0 0 64-16,3 33 16 15,-3-33-1936-15,12 43-512 0,1-18-32 0,4-5-16 0,6-6 848 0,4-4 160 16</inkml:trace>
  <inkml:trace contextRef="#ctx0" brushRef="#br1" timeOffset="11245.55">19527 7388 14735 0,'0'0'640'0</inkml:trace>
  <inkml:trace contextRef="#ctx0" brushRef="#br1" timeOffset="11566.42">20141 6875 31327 0,'18'-15'1392'0,"-6"4"272"0,-1 0-1328 0,-11 11-336 16,14-7 0-16,-14 7 0 0,0 0 240 0,21 3-32 15,-21-3 0-15,34 9 0 0,-15 2-208 0,-1 7 0 16,-18-18 0-16,21 52 0 0,-14-19 1120 0,-4 4 224 16,-2 4 64-16,-3 3 0 0,-2 2-128 0,-2 2-32 15,-1-1 0-15,-2 1 0 0,-1 1-832 0,-1-8-160 16,1-6-48-16,0-6 0 0,10-29-208 0,-22 40-208 0,22-40 32 16,-26 24-12272-16,26-24-2464 15</inkml:trace>
  <inkml:trace contextRef="#ctx0" brushRef="#br1" timeOffset="11704.27">20021 7746 41471 0,'0'0'3680'0,"0"0"-2944"0,0 0-592 0,0 0-144 15,0 0 1072-15,6 26 176 0,-6-26 32 0,0 0-21008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2T07:53:56.9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1117 5110 3679 0,'-4'-5'320'0,"1"3"-320"0,1-1 0 16,1 1 0-16,0 2 720 0,1-1 80 15,0 0 16-15,-1-1 0 0,1-1 480 0,-1-2 112 0,0 1 0 0,1-1 16 16,0 2-336-16,0 1-80 0,0 0-16 0,0-1 0 15,2 3-256-15,-2 0-48 0,0 0-16 0,0 0 0 16,0 0-240-16,0 0-48 0,0 0-16 0,15 38 0 16,-15-38-368-16,7 38 0 0,-7-38 0 0,6 47 128 15,-6-47-128-15,6 43 0 0,-6-43 0 0,5 50 0 16,-5-50 0-16,5 47-160 0,-5-47 160 0,3 49 0 16,-3-49-176-16,2 44 176 0,-2-44-160 0,-1 40 160 15,1-40-160-15,-4 38 160 0,4-38-160 0,-5 29 160 16,5-29 0-16,-8 24 0 0,8-24 0 0,0 0 0 15,-10 26 0-15,10-26 128 0,0 0-128 0,-9 13 0 16,9-13 0-16,0 0 0 0,0 0 0 0,-3-2 0 16,4 0 0-16,2-4 0 0,0 0 0 0,2-1-5504 15,1-3-1056-15</inkml:trace>
  <inkml:trace contextRef="#ctx0" brushRef="#br0" timeOffset="398.8">1339 5136 12895 0,'-4'-5'576'0,"2"2"112"0,0-1-560 0,2 3-128 16,-1 1 0-16,2-1 0 0,0 1 432 0,0-2 48 15,1-1 16-15,2-2 0 0,1 1 160 0,1-1 48 16,2-1 0-16,-1 0 0 0,1 1-576 0,2 1-128 16,-1-1 0-16,0 0 0 0,-9 5 0 0,19-10 0 15,-19 10-160-15,17-6 160 0,-17 6-128 0,14-5 128 0,-14 5 0 0,0 0-144 16,0 0 144-16,0 0 0 0,0 0 0 0,0 0-128 15,31 8 128-15,-31-8 0 0,0 0 0 0,0 0 0 16,0 0 0-16,0 0 144 0,0 0-144 0,23 32 0 16,-23-32 208-16,0 0-64 0,0 0-16 0,0 0 0 15,23 31 80-15,-23-31 16 0,0 0 0 0,0 0 0 16,21 40 0-16,-21-40 0 0,0 0 0 0,10 42 0 16,-10-42 16-16,6 34 0 0,-6-34 0 0,7 40 0 15,-7-40 48-15,6 48 16 0,-6-48 0 0,8 54 0 16,-8-54-112-16,10 57-32 0,-10-57 0 0,10 50 0 15,-10-50-160-15,11 43 0 0,-11-43 144 0,10 32-144 16,-10-32 0-16,0 0 0 0,8 36 0 0,-8-36 0 16,0 0 0-16,0 0 0 0,0 0 0 0,-3 29 0 15,3-29 0-15,-7 5 0 0,2-3-144 0,0-2-6256 16,-2 1-1232-16</inkml:trace>
  <inkml:trace contextRef="#ctx0" brushRef="#br0" timeOffset="833.85">1310 5440 911 0,'-7'-8'0'0,"1"2"0"15,3 0 0-15,0 3 0 0,3 2 1648 0,1-1 240 16,0 1 48-16,0-3 16 0,1-1-1120 0,0-5-208 16,3 3-48-16,1-2-16 0,1 1-48 0,2-1-16 15,1 2 0-15,1 2 0 0,1-2-368 0,0 3-128 16,-1-1 0-16,0 0 0 0,-11 5 176 0,0 0-176 15,31 2 192-15,-31-2-192 0,0 0 128 0,0 0-128 0,31 23 0 0,-31-23 0 16,0 0 0-16,0 0 0 0,13 39 0 0,-13-39-144 16,0 0-128-16,-3 33-32 0,3-33 0 0,-6 17 0 31,6-17-848-31,-9 14-192 0,9-14-16 0,-12 17-16 16,5-10 672-16,0 0 144 0,0 0 32 0,1 2 0 0,0-2 528 0,0-1 0 0,6-6 0 0,-10 14 0 15,10-14 0-15,-7 11 0 0,7-11 0 0,0 0 0 16,-7 13 0-16,7-13 0 0,0 0 144 0,0 0-144 15,0 0 384-15,0 0-16 0,0 0 0 0,0 0 0 16,0 0 272-16,0 0 48 0,0 0 16 0,0 0 0 16,0 0 144-16,0 0 48 0,0 0 0 0,36-3 0 15,-26-2-192-15,2-4-16 0,2 2-16 0,1-3 0 16,0 0-448-16,0 1-96 0,0 2 0 0,-1-1-128 0,1 2 0 0,-15 6 0 16,25-7 0-16,-25 7-192 0,0 0 48 0,0 0 16 15,0 0 0-15,0 0 0 0,18 33-160 0,-18-33-32 16,0 0 0-16,-4 21 0 15,4-21-272-15,0 0-64 0,0 0-16 0</inkml:trace>
  <inkml:trace contextRef="#ctx0" brushRef="#br0" timeOffset="1327.85">2028 5149 20271 0,'-3'-3'1792'16,"0"0"-1424"-16,3 3-368 0,0 0 0 0,0 0 704 0,0 0 64 0,0 0 0 0,0 0 16 15,0 0-624-15,13-7-160 0,-13 7 0 0,15-5 0 16,-15 5 0-16,18-7 0 0,-7 2 0 0,0-4-176 16,2 2 880-16,0-3 192 0,0-2 16 0,0-2 16 31,0-2-2032-31,-1 1-416 0,-1-1-80 0,0-1 0 15,-2-2 448-15,0 0 80 0,-1-2 32 0,-2 2 0 0,-1 2 272 0,-2 1 48 0,-3-1 16 0,-1 1 0 16,-2 3 400-16,0 1 96 0,-2-1 16 0,1 5 0 16,-2-1 192-16,0 4 0 0,-1-2 0 0,-1 5 0 15,0 0 0-15,0 1 160 0,0 2-160 0,-1 1 128 16,1 2-128-16,0 2 192 0,0 0-192 0,0 2 192 0,2-1-16 16,-1 2 0-16,7-9 0 0,-10 17 0 0,10-17-176 0,-9 20 128 15,9-20-128-15,-6 26 128 0,6-26-128 0,-3 27 128 16,3-27-128-16,-1 33 128 0,1-33 256 0,4 41 32 15,-4-41 16-15,7 54 0 0,-2-20 64 0,1 1 16 16,0 0 0-16,0 3 0 0,-6-38 880 0,13 70 176 16,-7-30 32-16,1 0 16 15,0 0-1856-15,0 0-368 0,1-2-80 0,0-2-16 0,0-1 704 0,-1-2 0 16,0 1 208-16,0-1-48 0,-7-33-160 0,9 52 0 16,-9-52 0-16,7 43 0 0,-7-43 0 0,0 0 0 15,1 38 0-15,-1-38-176 0,0 0 176 0,-14 12 0 16,7-15 0-16,0-4 0 15,-2-3-480-15,-1-7-16 0</inkml:trace>
  <inkml:trace contextRef="#ctx0" brushRef="#br0" timeOffset="1539.29">2051 5347 8287 0,'-7'-23'368'0,"4"15"80"0,1 4-448 0,1 4 0 0,1 0 0 0,0 0 0 16,0 0 1744-16,0 0 272 0,-8 14 48 0,8-14 16 16,-8 33-752-16,8-33-160 0,-7 52-16 0,4-21-16 15,3 0-720-15,-1 2-144 0,1-5-16 0,0-28-16 16,2 48-240-16,-2-48 0 0,2 35-144 0,-2-35 144 31,0 0-768-31,0 0-48 0,0 0-16 0,0 0 0 0,0 0-688 0,0 0-144 16,0 0-16-16,0 0-16 0,0 0 992 0,27 1 192 0,-22-7 32 0,-1 0 16 15,-1 1 464-15,-3 5 160 0,9-7 0 0,-9 7 0 16,0 0 176-16,0 0 48 0,21-3 0 0,-21 3 0 16,0 0-384-16,0 0 144 0,33-3-144 0</inkml:trace>
  <inkml:trace contextRef="#ctx0" brushRef="#br0" timeOffset="2557.53">2474 4866 15663 0,'-3'-8'1392'0,"0"5"-1120"0,2 0-272 0,1 3 0 0,0 0 1760 0,0 0 288 0,0 0 64 0,0 0 16 31,0 0-2416-31,21 0-480 0,-21 0-112 0,23-3-16 0,-23 3 640 0,31-5 112 0,-13 1 144 16,-1-1-208 0,3-2-624-16,-3-3-112 0,0 1-16 0,-1-1-16 15,-1-2-256-15,-3-1-48 0,-2 3-16 0,-4 0 0 16,0 3 544-16,-4 2 112 0,-2 2 32 0,-3 3 0 0,3 0 368 0,-13 10 80 0,4-2 16 0,-3 1 0 15,-2 5-144-15,-3 0-32 0,0 1 0 0,-3 2 0 16,1-1-544-16,-1 1-112 0,-2 4-32 0,0 1 0 16,1-2 160-16,4-3 16 0,3-2 16 0,-2 1 0 15,-2 5 1008-15,0 1 208 0,-1 4 48 0,1 0 0 16,2 0 912-16,2 0 192 0,1 0 48 0,3-2 0 16,0-3 256-16,10-21 48 0,-13 40 16 0,13-40 0 0,-7 40-320 0,7-40-64 15,-4 34-16-15,4-34 0 0,-1 33-752 0,1-33-128 16,0 0-48-16,8 38 0 0,-8-38-416 0,0 0-176 15,0 0 128-15,0 0-128 0,30 21 144 0,-30-21-144 16,16-6 160-16,-7 0-160 0,1-3 0 0,0-3 0 16,2-2 0-16,0 0 0 15,1-4-560-15,0-2-208 0,2-1-32 0,1-1-16 16,-1-2-16-16,0 3-16 0,1-2 0 0,-1 3 0 0,-1 4 592 0,-1 0 112 16,-2 4 144-16,0 2-208 0,-1 2 208 0,0 3 208 15,-10 5-32-15,0 0-16 0,26 0 224 0,-26 0 32 16,0 0 16-16,0 0 0 0,35 23-48 0,-35-23-16 15,0 0 0-15,0 0 0 0,28 32-160 0,-28-32-16 16,0 0-16-16,0 0 0 0,20 43-176 0,-20-43 0 16,0 0 0-16,-3 36 0 0,3-36-128 0,-11 28-16 0,2-13 0 0,-3-1 0 31,-1 2-976-31,-3 1-192 0,-2 2-32 0,-1-1-16 16,0 0-112-16,0-2 0 0,1 1-16 0,2-1 0 0,3-4 976 0,0-3 208 0,4-1 48 0,9-8 0 15,-10 7 784-15,10-7 176 0,0 0 16 0,0 0 16 16,6-7 1056-16,0 0 224 0,3-1 32 0,3-5 16 15,0 1-576-15,0 0-112 0,5-2-32 0,1-3 0 16,1 0-896-16,3 1-176 0,-1-1-32 0,-2 0-16 16,0 5-224-16,-3 0 0 0,-1 1 0 0,-3 4 0 15,-3-1 0-15,-9 8 0 0,14-4-144 0,-14 4 144 16,0 0 0-16,0 0 0 0,0 0 0 0,0 0 0 16,0 0-128-16,4 36 128 0,-4-36 0 0,-6 30-144 0,6-30 144 15,-7 36 0-15,7-36 0 0,-6 50 0 0,2-20 160 16,1 4 64-16,2 1 16 0,-1 0 0 0,1-3 16 0,0-2 0 15,1-30 0-15,-1 55 0 0,1-55-256 0,-2 50 0 16,2-50 0-16,-3 38 0 0,3-38 0 0,-8 37 0 16,8-37 0-16,-13 29 0 0,13-29 0 0,-17 19-128 15,7-12 128-15,0-2 0 0,0-5 0 0,-1 0-160 16,0-3 160-16,1-4-128 0,1 0 128 0,1-2 192 16,1-3-32-16,1 0-16 0,2-2 176 0,1-1 48 15,4-3 0-15,4-1 0 0,4-5 160 0,5-2 48 16,7 0 0-16,3 0 0 0,3 2-304 0,0 5-48 15,1 0-16-15,-2 6 0 0,-1 2-208 0,-3 6 0 16,-1 0 0-16,-21 5 0 0,41 1 0 0,-41-1 128 16,37 9-128-16,-37-9 144 0,30 14-144 0,-30-14 0 15,0 0 0-15,32 29 0 0,-32-29 0 0,0 0-144 16,8 33 144-16,-8-33 0 16,-8 24-512-16,-1-12 0 0,-2 0 0 0,-1-1 0 15,-1-1-704-15,-1-3-144 0,2 0-32 0,-1-4-10016 0</inkml:trace>
  <inkml:trace contextRef="#ctx0" brushRef="#br0" timeOffset="2694.18">3168 5186 22111 0,'3'-5'976'0,"-3"5"208"15,3-7-944-15,-3 7-240 0,0 0 0 0,0 0 0 0,0 0 0 0,0 0-288 16</inkml:trace>
  <inkml:trace contextRef="#ctx0" brushRef="#br0" timeOffset="2837.9">3186 5430 34095 0,'-8'-10'1504'0,"3"4"320"0,1 3-1456 0,4 3-368 15,0 0 0-15,0 0-15088 0</inkml:trace>
  <inkml:trace contextRef="#ctx0" brushRef="#br0" timeOffset="4566.75">3891 5302 23039 0,'0'0'2048'0,"0"0"-1648"16,0 0-400-16,0 0 0 0,0 0 0 0,0 0 0 16,0 0-224-16,0 0 80 15,0 0-240-15,0 0-32 0,26 24-16 0,-26-24 0 16,0 0-1056-16,0 0-224 0,0 0-32 0,0 0-16 15,0 0 656-15,13 35 128 0,-13-35 16 0,0 0 16 0,0 0 944 0,-8 5 128 16,6-5 48-16,-1 0 16 0,2-2 672 0,-1 2 144 16,0-1 16-16,1-1 16 0,1 2-224 0,-2-2-48 15,2 2-16-15,0 0 0 0,0 0-512 0,0 0-112 16,0 0 0-16,0 0-128 0,0 0 0 0,0 0 0 16,0 0 0-16,0 0 0 0,0 0 0 0,0 0 128 15,32 23-128-15,-32-23 0 0,0 0 480 0,0 0-16 0,23 1 0 0,-23-1 0 16,17-5 400-16,-6 0 80 0,0-2 16 0,4-5 0 15,1 0 320-15,5-4 80 0,3-3 16 0,3-2 0 16,0-1-256-16,2 1-48 0,-1-1-16 0,-2-1 0 16,-2 3-560-16,-2 0-112 0,-3 3-32 0,-1 0 0 15,-3 3-352-15,-2 0 0 0,-1 4 0 0,-1 1 0 16,-2 1 0-16,-2-1-192 0,0 4 64 0,-4-2 0 16,-3 7-768-1,5-5-160-15,-5 1-32 0,0 4 0 0,-4-3-1568 0,1 1-320 16,-2 0-64-16,-1 0-7088 0</inkml:trace>
  <inkml:trace contextRef="#ctx0" brushRef="#br0" timeOffset="4834.89">4211 4802 14735 0,'-1'-10'1312'0,"-1"5"-1056"15,1 1-256-15,1 1 0 0,0 3 1440 0,0 0 224 16,0 0 64-16,0 0 0 0,0 0-1072 0,0 0-208 16,12 38-32-16,-12-38-16 0,7 40-16 0,-7-40-16 15,4 55 0-15,-3-19 0 0,0 6-16 0,-2 6 0 16,-2 7 0-16,-2 1 0 0,0 1-96 0,-3-4-32 16,0-7 0-16,-2 0 0 0,-1-2-224 0,-2-3 128 15,-1-3-128-15,-1-5 0 0,-1-2 0 0,1-5 0 16,-2-5-176-16,-1-1 176 15,-2 0-512-15,-2-2 32 0,1-4 0 0,0-2-10400 0</inkml:trace>
  <inkml:trace contextRef="#ctx0" brushRef="#br0" timeOffset="5088.92">4214 5425 23039 0,'0'0'1024'0,"0"0"192"0,0 0-960 0,21 29-256 16,-21-29 0-16,0 0 0 0,0 0 944 0,19 33 144 15,-19-33 16-15,28 47 16 0,-28-47 64 0,33 55 16 16,-33-55 0-16,30 52 0 0,-30-52-960 0,26 43-240 16,-26-43 0-16,20 28 0 0,-20-28 0 0,0 0 0 15,29 28 0-15,-29-28 0 0,0 0 0 0,26 1 0 16,-26-1 0-16,14-7 0 0,-8-1 0 0,1-1-192 15,-2 0 16-15,-1-4-13632 16</inkml:trace>
  <inkml:trace contextRef="#ctx0" brushRef="#br0" timeOffset="5417.56">4597 5472 22111 0,'1'-9'1968'0,"0"4"-1584"0,-1 5-384 0,3-7 0 16,-3 7 2304-16,0 0 368 0,9-7 80 0,-9 7 0 15,16-12-1712-15,-3 5-336 0,4-2-80 0,2-3-16 16,3 2-208-16,1-2-32 0,0 1-16 0,-2 3 0 16,-1-1-352-16,0 0-240 0,-1 2 48 0,1-1 0 15,-2 2-736-15,-3 2-144 0,-15 4-16 0,26-8-16 16,-26 8-384-16,19-5-80 0,-19 5-16 0,0 0-6608 16,16-5-1344-16</inkml:trace>
  <inkml:trace contextRef="#ctx0" brushRef="#br0" timeOffset="5600.04">5224 5452 40543 0,'-2'-6'3600'0,"2"6"-2880"15,0-4-576-15,0 4-144 0,0 0-288 0,0 0-96 0,0 0 0 0,0 0-17248 16</inkml:trace>
  <inkml:trace contextRef="#ctx0" brushRef="#br0" timeOffset="6104.44">5462 4894 34095 0,'0'0'3024'0,"0"0"-2416"0,0 0-480 0,0 0-128 16,0 0 0-16,0 0 176 0,30 37-176 0,-30-37 192 16,38 48-192-16,-10-14 0 0,5 4 0 0,1-1-176 15,-1-1 16-15,-1-5 0 0,-3-5 0 0,-2-7 0 32,-1-2-1104-32,-2-4-208 0,-24-13-64 0,41 15 0 15,-41-15 288-15,32 5 48 0,-32-5 16 0,22-5 0 0,-22 5 864 0,14-9 160 0,-10 1 160 0,-3-1-208 16,0 0 208-16,-3-1 0 0,-3-2 144 0,-2 2-144 15,-1-1 752-15,-1-1 48 0,-2-2 16 0,-1 1 0 16,0 0-3424-16,0-2-672 0</inkml:trace>
  <inkml:trace contextRef="#ctx0" brushRef="#br0" timeOffset="6650.13">5759 4989 4607 0,'-13'-31'192'0,"11"26"64"16,2 5-256-16,0 0 0 0,0-2 0 0,-1-1 0 0,1-1 1664 0,0-3 272 16,2-2 64-16,2-1 16 0,1-2 832 0,2 0 160 15,2 3 48-15,2-1 0 0,2 2-640 0,1 2-128 16,2 0-32-16,3 2 0 0,1-1-1184 0,1 1-240 15,3 4-64-15,0 0 0 0,1 0-416 0,-1 5-96 16,0 0 0-16,-24-5-16 0,42 18-240 0,-42-18 128 16,32 22-128-16,-32-22 0 0,22 26 0 0,-22-26 0 15,0 0-176-15,14 42 176 16,-14-42-1152-16,-5 34-128 0,5-34 0 0,-21 33-16 16,5-14-1136-16,-6 0-208 0,-4 1-48 0,-3-2-16 15,-2 1-272-15,1-7-48 0,1 0-16 0,2-8 0 16,3-1 1328-16,2-4 272 0,4-1 48 0,3-2 16 0,2-1 2912 0,3-2 576 15,2 1 112-15,1-2 16 0,2 0 800 0,3 3 160 0,1-2 16 0,1 1 16 16,2 0-624-16,1 2-128 0,-3 4-32 0,12-10 0 16,-2 6-1264-16,-10 4-256 0,23-5-48 0,-23 5-16 15,29 0-608-15,-29 0-112 0,34 4-16 0,-34-4-128 16,34 3 0-16,-34-3 0 0,32 10 0 0,-32-10 0 31,25 9-400-31,-25-9-48 0,0 0 0 0,28 24 0 16,-28-24-640-16,0 0-128 0,3 37-16 0,-3-37-16 0,-12 31-1200 15,12-31-240-15,-23 31-64 0,6-14 0 0,-2 2 64 0,-3-1 0 0,-3 0 0 0,1-2 0 16,3-2 1296-16,1-2 272 0,1 0 48 0,2-5 16 16,3 0 1424-16,3-2 272 0,11-5 64 0,-15 5 16 15,15-5 1088-15,0 0 224 0,0 0 32 0,0 0 16 16,-6 2-192-16,6-2-32 0,0 0-16 0,16-5 0 0,-16 5-16 0,23-5 0 16,-6 1 0-16,1 1 0 0,4-1-752 0,-2 1-160 15,-3 1-16-15,5-1-16 0,6-1-368 0,5 1-80 16,4 1-16-16,0 1 0 0,0 1-96 0,0 1-32 15,-1 3 0-15,-2 1 0 0,-4 0 16 0,-3 3 0 16,-2 1 0-16,-25-9 0 0,41 21-304 0,-41-21 0 16,27 21 0-16,-27-21 0 15,0 0-528-15,0 0-112 0,7 31-32 0,-7-31-9744 16,-23 10-1936-16</inkml:trace>
  <inkml:trace contextRef="#ctx0" brushRef="#br0" timeOffset="6792.6">5963 5248 12895 0,'-11'-24'576'0,"4"7"112"0,0 0-560 0,4 8-128 15,1 2 0-15,2 7 0 0,-1-5 2592 0,-1-3 480 0,-1-1 112 0,-1-2 16 16,3 6-1664-16,1 5-320 0,0 0-64 0,0 0 0 16,-4 43 512-16,4-43 128 0,-2 64 0 0,-1-22 16 31,1 3-2128-31,-1 5-416 0,-2 4-96 0,-1-4 0 16,2-4 128-16,-3-6 48 0,2-5 0 0,-2-5 0 15,7-30-1168-15,-14 47-224 0</inkml:trace>
  <inkml:trace contextRef="#ctx0" brushRef="#br0" timeOffset="7138.5">6587 4700 33167 0,'5'-10'1472'0,"-3"6"304"0,-2 4-1424 0,2-6-352 16,-2 6 0-16,0 0 0 0,0 0 640 0,0 0 64 15,0 0 16-15,0 0 0 0,2 39-592 0,-2-39-128 16,0 45 0-16,0-45 0 16,-1 50-576-16,1-50-64 0,-1 58-16 0,1-58 0 15,2 50-464-15,-2-50-96 0,6 41 0 0,-6-41-16 16,0 0 528-16,23 40 128 0,-23-40 0 0,23 12 16 0,-23-12 560 0,28 3 128 16,-13-3 0-16,0-3 16 0,0 0 192 0,2-1 48 15,-1-3 0-15,3 0 0 0,1-1-384 0,0-1 0 16,1 0 0-16,-2-1-192 15,2 3-768-15,-2 0-176 0,-2 0-16 0,-2 2-16 16,1 3 144-16,-16 2 48 0,24-3 0 0,-24 3 0 0,0 0 560 0,0 0 112 16,24 10 32-16,-24-10 0 15,0 0-384-15,0 0-80 0,-13 38-16 0,13-38 0 16,-22 31-896-16,5-13-176 0</inkml:trace>
  <inkml:trace contextRef="#ctx0" brushRef="#br0" timeOffset="7252.17">6859 5110 3791 0,'-44'47'0'0,"44"-47"144"0,0 0-144 0,0 0 224 0,0 0-224 0,0 0 0 0,0 0 0 0,0 0 0 16,0 0 1824-16,0 0 320 0,7 31 64 0,-7-31 16 15,0 0 192-15,31 7 32 0,-31-7 16 0,27-2 0 16,-13-1-1328-16,2-3-272 0,2 0-48 0,-2-3-16 16,2 0-608-16,-1-3-192 0,-1 0 128 0,-1-2-10640 15</inkml:trace>
  <inkml:trace contextRef="#ctx0" brushRef="#br0" timeOffset="7567.76">7041 4826 5519 0,'-7'-5'496'0,"7"5"-496"0,-12-5 0 0,12 5 0 0,0 0 2752 0,0 0 448 15,-14 10 80-15,14-10 32 0,-18 18-1136 0,4 2-240 16,-4 5-32-16,1 6-16 0,-1 5-864 0,2 3-160 16,2 5-32-16,-1 5-16 0,1 1-816 0,1 0 0 15,1-5 0-15,1-4-144 0,0-3-80 0,1 2-16 16,-1-2 0-16,1-3 0 16,0-4-848-16,-1-5-160 0,11-26-32 0,-18 40-16 15,18-40 336-15,-18 20 80 0,18-20 16 0,-16 9 0 0,16-9 736 0,-15-1 128 16,15 1 0-16,-12-8 0 0,12 8 1168 0,-7-12 160 15,5 2 16-15,1 3 16 0,1-2 80 0,2 1 16 16,2-1 0-16,1 0 0 0,1 1 272 0,2 1 64 16,2-2 16-16,3 1 0 0,3 1-976 0,2-2-192 15,2 4-32-15,4 0-16 0,2 1-400 0,0 2-64 16,0 2-128-16,0 0 176 0,0 2-176 0,-2 0 0 0,-3 2 0 16,-21-4-176-1,34 8-192-15,-34-8-32 0,28 9-16 0,-28-9 0 16,0 0-1872-16,24 8-368 0</inkml:trace>
  <inkml:trace contextRef="#ctx0" brushRef="#br0" timeOffset="7705.55">7220 5475 37775 0,'0'0'1664'0,"0"0"368"0,0 0-1632 0,0 0-400 16,0 0 0-16,0 0-11120 15,0 0-2304-15</inkml:trace>
  <inkml:trace contextRef="#ctx0" brushRef="#br0" timeOffset="8232.28">8043 4535 31327 0,'0'0'2784'0,"0"0"-2224"15,0 0-560-15,0 0 0 0,0 0 128 0,-6 32-128 16,6-32 0-16,-8 45 0 0,0-3 0 0,-6 8-256 16,-2 7 64-16,-6-2 0 15,-1-1-832-15,-5-1-144 0,-3-1-48 0,-5 0 0 16,-4-5-816-16,-3-2-160 0,-1-6-48 0,2-9 0 15,2-2 208-15,1-8 48 0,3-6 0 0,3-5 0 0,5-4 1504 0,2-5 304 16,2-2 176-16</inkml:trace>
  <inkml:trace contextRef="#ctx0" brushRef="#br0" timeOffset="8413.39">8004 4596 29487 0,'0'0'1296'0,"32"6"288"16,-32-6-1264-16,28 10-320 0,-28-10 0 0,0 0 0 0,30 19 832 0,-30-19 128 0,56 29 0 0,-9-3 16 16,7 4-160-16,-2 1-48 0,-5-2 0 0,-9-5 0 15,-5-3-768-15,-6-2 0 0,-27-19-144 0,40 32 16 16,-40-32-1920-16,22 24-384 0,-22-24-80 0,0 0-16 16,0 0-1120-16,0 0-208 0</inkml:trace>
  <inkml:trace contextRef="#ctx0" brushRef="#br0" timeOffset="8898.83">7874 5032 23039 0,'0'0'2048'0,"1"-6"-1648"16,-1 6-400-16,0 0 0 0,0 0 2464 0,15-6 416 15,-15 6 64-15,25-12 32 0,-4 4-1952 0,7-5-400 16,4 1-80-16,2 0-16 0,0 0-528 0,-3 2-176 15,-2 1 0-15,-4 4 0 16,-3 1-1712-16,-5 1-352 0,-17 3-64 0,24 5 0 16,-24-5-1536-16,0 0-320 0,0 0-48 0,3 37-16 15,-3-37 1440-15,-22 36 288 0,4-14 48 0,-3 2 16 0,-4 4 2000 0,-2 0 432 16,-2 3 0-16,0-2 0 0,4-3 864 0,0-2 64 0,1-3 16 0,3-1 0 16,0-5 704-16,3 0 144 0,-1-2 16 0,4-3 16 15,1-2-480-15,14-8-112 0,-21 8-16 0,21-8 0 16,-10-2 432-16,10 2 80 0,-2-6 0 0,6-2 16 15,1-1-1232-15,4 0-240 0,1-1-48 0,3-2-16 16,2 2 688-16,2-1 144 0,2 1 32 0,1 1 0 16,-2 2-560-16,0 2-128 0,-2 3 0 0,-16 2-16 15,24 2-368-15,-24-2 0 0,0 0 0 0,23 21 0 16,-23-21-432-16,0 0 0 16,4 41 0-16,-4-41 0 0,-4 32-608 0,4-32-128 0,-7 32-32 0,7-32 0 15,-7 33 992-15,7-33 208 0,-7 33 0 0,7-33 0 16,0 0 896-16,-3 40 160 0,3-40 32 0,0 0 0 15,5 34-16-15,-5-34 0 0,0 0 0 0,16 26 0 0,-16-26-368 0,0 0-80 16,23 18-16-16,-23-18 0 0,0 0-288 0,30 7-64 16,-30-7-16-16,24-7 0 0,-11 1 16 0,0-2 16 15,2-4 0-15,1-2-15856 16</inkml:trace>
  <inkml:trace contextRef="#ctx0" brushRef="#br0" timeOffset="9582.83">8581 4794 14735 0,'0'-7'1312'0,"0"7"-1056"16,-1-9-256-16,1 9 0 0,0 0 2192 0,0 0 384 15,1-8 80-15,0 2 16 0,0-1-1104 0,1 0-224 0,2 2-32 0,-4 5-16 16,0 0-880-16,0 0-176 0,22 4-48 0,-22-4 0 16,0 0-192-16,30 21 128 0,-30-21-128 0,25 21 0 15,-25-21 416-15,23 27-16 0,-23-27 0 0,18 29 0 16,-18-29-176-16,12 37-32 0,-12-37-16 0,2 41 0 31,-2-41-864-31,-4 45-160 0,4-45-48 0,-13 48 0 16,13-48-1568-16,-22 47-320 0,22-47-64 0,-29 37-16 15,29-37 720-15,-30 24 144 0,30-24 16 0,-25 17 16 0,25-17 1360 0,-16 7 272 0,16-7 48 0,0 0 16 16,0 0 1568-16,0 0 320 0,0 0 64 0,0 0 16 16,15-10 896-16,-2 4 176 0,7-4 48 0,2 1 0 15,3-1-864-15,4-1-160 0,3 1-48 0,2 0 0 16,-2 3-848-16,0 2-160 0,1 1-32 0,-3 2-16 15,-5 4-496-15,-4 0-192 0,-21-2 176 0,25 12-176 16,-25-12-448-16,0 0-192 0,4 36-48 0,-4-36 0 16,-21 33-1072-16,4-14-224 0,-3 0-32 0,-5 0-16 15,-3 2 1168-15,-2 0 224 0,0 3 64 0,1-7 0 0,5 1 816 0,3-5 160 16,3-4 48-16,18-9 0 0,-21 12 752 0,21-12 144 16,0 0 48-16,0 0 0 0,0 0 96 0,5-7 32 15,5-1 0-15,3-3 0 0,4-4-352 0,4-3-64 16,5-4-16-16,3-4 0 0,5 0-736 0,-1-5-160 15,2 2-16-15,-1-1-16 0,-3 1-160 0,0-2 0 16,-1-1 0-16,0-2 0 0,-2 1 0 0,-4 0 0 16,-3 0-144-16,-2 3 144 15,-2 1-528-15,-3 0 0 0,-2 3 0 0,-2 0 0 16,-1 0-64-16,-1 2-16 0,-2 3 0 0,0-1 0 0,-2 1 368 0,0 2 80 16,-1-2 16-16,-1 4 0 0,-1 4 144 0,-1 2 0 0,0 2 0 15,0 4-128-15,0 5 128 0,0 0-128 0,0 0 128 0,0 0-128 31,0 0-432-31,-18 43-80 0,18-43 0 0,-12 57-16 0,4-19 336 0,0 4 64 0,1 8 0 0,-2 5 16 16,3 2 432-16,0 7 64 0,3 7 32 0,0 1 0 16,3 1 160-16,1-3 16 0,2-3 16 0,3-3 0 15,1-3-192-15,2-3-32 0,0-6-16 0,1-5 0 16,0-6-240-16,1-2 0 0,0 0 0 0,0-6 0 16,-1-2 0-16,-10-31 0 0,19 38 0 0,-19-38 0 15,0 0-640-15,0 0-32 16,24 4 0-16,-20-14 0 0,0-4-1040 0,0-7-208 0</inkml:trace>
  <inkml:trace contextRef="#ctx0" brushRef="#br0" timeOffset="10351.04">9806 4509 21183 0,'2'-9'1888'0,"1"3"-1504"16,-3 6-384-16,0 0 0 0,0 0 656 0,0 0 64 15,11-5 16-15,-11 5 0 0,13-5-560 0,-13 5-176 16,0 0 0-16,0 0 0 16,10 35-304-16,-10-35-160 0,-21 43-48 0,2-14 0 15,-6 6-512-15,-5 3-96 0,-4 2-32 0,-2-2 0 16,0 0 48-16,3-2 0 0,0-5 0 0,7-8 0 0,5-4 784 0,21-19 144 0,-28 19 48 15,28-19 0-15,0 0 768 0,0 0 176 0,0 0 16 0,4-9 16 16,4 2 1856-16,7-3 368 0,4-2 80 0,5-2 16 16,3 2-1456-16,2 0-304 0,2 1-48 0,1 1-16 15,1 2-768-15,-2 2-144 0,1 1-48 0,-3 3 0 16,-3 0-224-16,-3 2-160 0,-4 3 192 0,-19-3-192 16,29 9 0-16,-29-9 0 0,0 0 0 0,20 20-144 15,-20-20-576-15,0 0-112 0,0 0-32 0,-5 38 0 16,5-38-1072-16,-19 24-224 0,19-24-32 0,-27 28-16 15,12-15 32-15,15-13 0 0,-30 21 0 0,30-21 0 16,-30 19 704-16,30-19 128 0,-23 11 48 0,23-11 0 0,-15 5 1296 0,15-5 384 16,0 0 0-16,0 0 16 0,0 0 1504 0,-8-4 288 15,8 4 64-15,6-7 16 0,1 2 240 16,1-1 48-16,3 0 16 0,1-1 0 0,1-1-1424 16,1 0-272-16,0 0-64 0,0-1-16 0,-1 0-800 0,-3 0 0 15,1 1 0-15,-2-2 0 16,-2 3-416-16,0 0-32 0,-2 1-16 0,-5 6 0 0,7-8 272 0,-7 8 48 15,0 0 16-15,0 0 0 0,0 0 128 0,0 0 0 16,0 0 128-16,-9 43-128 0,9-43 656 0,-9 47 64 16,9-47 16-16,-9 63 0 0,4-19 32 0,1 6 16 15,-1 5 0-15,1-2 0 0,2-8-144 0,0 0-16 16,0 3-16-16,-1-3 0 0,1 0-352 0,-2-3-64 16,0-1 0-16,-2-9-16 0,1-5-176 0,5-27 0 15,-14 38 0-15,14-38-176 0,-15 17-48 0,15-17-16 0,-18-3 0 16,9-4 0-16,-1-4-48 0,0-6-16 0,-1-5 0 0,2-6 0 31,2-1-512-31,3-3-96 0,3-3-32 0,4 0 0 16,2 2 48-16,5-5 16 0,5-2 0 0,2 2 0 0,5 4 1328 0,1 5 256 0,2 5 48 0,1 4 16 15,1 2 224-15,1 4 48 0,3 4 16 0,1 5 0 16,1 3-32-16,-1 4 0 0,0 3 0 0,-2 4 0 16,-2 4-656-16,-3 5-144 0,-3 1-32 0,-4 2 0 15,-18-21-192-15,28 48-128 0,-28-48 128 0,13 54-208 16,-13-54 208-16,-2 53 0 0,-6-22 0 0,-6-1 0 15,-6 3-880-15,-6-4-128 0,-5-1-16 0,-4-2-16 16,-4-6 0-16,0-2 0 0</inkml:trace>
  <inkml:trace contextRef="#ctx0" brushRef="#br0" timeOffset="10490.5">10601 5385 21183 0,'0'0'944'0</inkml:trace>
  <inkml:trace contextRef="#ctx0" brushRef="#br0" timeOffset="12722.11">10481 4995 19343 0,'0'0'1728'0,"0"0"-1392"15,0 0-336-15,0 0 0 0,0 0 416 0,0 0 16 0,-10 1 0 0,10-1 0 16,0 0-224-16,0 0-32 16,-13 7-16-16,13-7 0 0,0 0-160 0,0 0 0 0,0 0 0 0,0 0 0 15,0 0 0-15,0 0 0 0,0 0 0 0,0 0 0 16,0 0 256-16,0 0 128 0,0 0 32 0,0 0 0 16,0 0 624-16,29 9 128 0,-29-9 32 0,0 0 0 15,24-2 544-15,-24 2 112 0,24 0 32 0,-24 0 0 31,33 0-1888-31,-12 0-464 0,3 0-48 0,3 0-16 0,2 0 768 0,2-2 144 0,0 2 48 0,7-3 0 16,5-1-128-16,2-1-32 0,2 1 0 0,-2-1 0 16,0 0-272-16,-3 0 0 0,-3 0 0 0,-3 1 0 15,0-2 0-15,-1 1 0 0,-1-1-176 0,0 1 176 16,-3 1-176-16,0-1 176 0,-4 0-160 0,-1 3 160 16,-6-1 0-16,-3-1-144 0,-3 1 144 0,-14 3 0 0,25-7 0 15,-25 7-128-15,18-7 128 0,-18 7 0 16,12-7-752-16,-12 7-64 0,7-9-16 0,-7 9-13328 15</inkml:trace>
  <inkml:trace contextRef="#ctx0" brushRef="#br0" timeOffset="12919.56">11259 4704 28559 0,'0'0'1264'0,"-5"-4"272"0,5 4-1232 0,0 0-304 15,0 0 0-15,0 0 0 0,0 0 1168 0,0 0 176 16,0 0 48-16,34 14 0 0,-34-14-720 0,43 25-144 15,-17-10-16-15,1 2-16 0,0 0-368 0,0-3-128 16,1 0 0-16,-2 0 0 0,-2 0 0 0,0 1 0 16,-1 1 0-16,-2-2 0 0,-21-14-192 0,34 27 64 0,-34-27 128 0,22 26-208 31,-22-26-208-31,0 0-32 0,6 35-16 0,-6-35 0 16,-21 26-608-16,2-12-112 0,-6-1-32 0,-7 1-12304 0</inkml:trace>
  <inkml:trace contextRef="#ctx0" brushRef="#br0" timeOffset="17464">12274 4395 9215 0,'0'0'816'0,"0"-6"-656"15,0 6-160-15,0 0 0 0,0 0 2960 0,0 0 560 16,0 0 128-16,23 0 0 0,-23 0-2144 0,32 7-432 16,-8 0-96-16,3 0-16 0,1 1-256 0,-1 3-64 15,-1-1-16-15,-3 2 0 0,-23-12-624 0,39 26 0 16,-39-26-144-16,26 29 144 15,-26-29-1824-15,0 0-240 0,11 47-48 0,-11-47-8080 0</inkml:trace>
  <inkml:trace contextRef="#ctx0" brushRef="#br0" timeOffset="18422.96">12417 4680 6783 0,'-68'27'144'0,"68"-27"48"0,-15 7 0 0,15-7 0 0,0 0-192 0,0 0 0 0,-22 2 0 0,5 3 0 16,-4-2 2240-16,1-1 400 0,2 0 96 0,6-2 16 16,12 0-240-16,-11-2-32 0,11 2-16 0,0 0 0 15,14-7-592-15,-14 7-112 0,27-5-32 0,-9 3 0 16,2-1-912-16,2 1-192 0,3 2-48 0,-1 0 0 15,1 0-400-15,-2 2-176 0,-3 1 128 0,-20-3-128 16,33 9 352-16,-33-9-16 0,0 0 0 0,26 32 0 16,-26-32-3648-16,1 32-720 0,-1-32-160 0,-14 36-32 31,14-36 576-31,-26 38 128 0,10-17 0 0,-5-2 16 0,-1 2 1376 0,-2 3 272 0,-1-2 48 0,1-1 16 16,1 0 2432-16,1-2 480 0,4-2 96 0,2-3 32 0,16-14 1280 0,-20 26 256 15,20-26 48-15,0 0 16 0,-11 26-416 0,11-26-64 16,0 0-32-16,0 0 0 0,0 0-736 0,22 31-160 15,-22-31-32-15,0 0 0 0,34 14-416 0,-34-14-96 16,27 5 0-16,-27-5-16 0,28 4-640 0,-28-4-240 16,27 2 176-16,-27-2-176 0,24-2 992 0,-24 2 96 15,20-4 32-15,-20 4 0 16,17-14-3680-16,-10 4-752 0,1-6-144 0,-2-1-16 16,0 0 1328-16,-2-2 272 0,1-4 48 0,-1-3 16 15,0-3 80-15,0-2 0 0,0-4 16 0,-1-1 0 0,0-2 1136 0,1-2 208 16,1-1 48-16,0-1 16 0,2 2 1088 0,1 2 224 15,1 4 32-15,3 1 16 0,3 2 400 0,2 1 80 16,1 4 0-16,0 4 16 0,2 3 416 0,0 2 80 0,1 3 0 0,1 2 16 16,0 3-160-16,1 2-48 0,0 4 0 0,0-1 0 15,1 6-1024-15,-2 1-224 0,-22-3-32 0,43 16-16 16,-43-16-560-16,38 28 0 0,-38-28 0 0,31 35 0 31,-31-35-800-31,21 39-64 0,-21-39-16 0,12 45 0 16,-12-45-208-16,5 38-32 0,-5-38-16 0,-4 43 0 0,4-43 240 15,-13 38 64-15,13-38 0 0,-20 27 0 0,20-27-64 0,-26 25 0 0,11-15 0 0,0-2 0 16,1 0 384-16,-1-3 64 0,1 0 0 0,1-2 16 16,3-3 240-16,1-1 32 0,9 1 16 0,-9-7 0 15,9 7 144-15,-1-12 256 0,4 6-64 0,1-1-16 16,2 1 896-16,1-1 176 0,0 2 32 0,1 0 16 16,-8 5-144-16,18-7-16 0,-18 7-16 0,0 0 0 15,0 0-224-15,28 12-32 0,-28-12-16 0,0 0 0 16,6 40-400-16,-6-40-96 0,-7 38-16 0,7-38 0 15,-17 36-752-15,17-36-160 0,-29 33-16 0,15-17-16 16,1-4-1136-16,-2 0-240 0,-2 0-32 0,-2 0-16 16,1-1-464-16,0-3-80 0,4-1-32 0,0-2 0 15,1-3 1008-15,2 0 192 0,1-2 32 0,2-2 16 0,1 2 1360 0,2-4 336 16,0 3 48-16,5 1 0 0,-4-4 2368 0,4 4 464 16,0 0 112-16,0 0 0 0,0 0-1632 0,0 0-336 15,0 0-64-15,0 0-16 0,27 34 448 0,-27-34 64 16,14 37 32-16,-14-37 0 0,15 45-1360 0,-15-45-272 15,20 52-48-15,-20-52-16 16,25 45-944-16,-25-45-192 0,26 31-32 0,-26-31-16 0,31 21 800 0,-31-21 256 16,35 10 0-16,-35-10-160 0,36-2 160 0,-16-3-192 0,-1-2 192 0,1-5-192 15,-2 0 192-15,2-2 256 0,-2-1-64 16,-1-1-16-16,1-1-176 0,-3 3 0 0,-1 0 0 0,-1-1 128 16,-2 1-128-16,-3 0 0 0,0 0 0 0,-1-1-176 15,-2 1 176-15,-2-1 0 0,-1 0 0 0,-1 1-128 16,0 2 128-16,-1 4 0 0,0 1 0 0,0 7 0 15,1-5 0-15,-1 5 0 0,0 0 0 0,0 0 0 16,0 0 640-16,0 0 64 0,0 0 16 0,21 31 0 16,-21-31 96-16,25 22 16 0,-25-22 0 0,40 23 0 15,-15-12-464-15,3-2-96 0,2 0-16 0,-1-1 0 16,-1 1-256-16,-3-3 0 0,-2 1 0 0,-23-7 0 16,36 10-640-16,-36-10-224 0,23 7-48 0,-23-7-14960 15</inkml:trace>
  <inkml:trace contextRef="#ctx0" brushRef="#br0" timeOffset="18932.48">13439 4422 16575 0,'-6'-9'1472'0,"1"3"-1168"0,1 2-304 0,4 4 0 16,-3-7 1968-16,3 7 336 0,0 0 64 0,0 0 0 15,2-5-560-15,-2 5-112 0,0 0-32 0,15-4 0 16,-15 4-1072-16,0 0-208 0,32 21-64 0,-32-21 0 16,27 28-320-16,-27-28 0 0,27 38 0 0,-27-38-128 15,22 48-992-15,-22-48-192 0,17 52-32 0,-17-52-16 16,12 55-1376-16,-12-55-272 0,5 56-48 0,-5-56-16 16,4 54 1232-16,-4-54 240 0,3 51 64 0,-3-51 0 15,2 36 1120-15,-2-36 224 0,0 0 64 0,12 40 0 0,-12-40 736 16,0 0 160-16,11 35 16 0,-11-35 16 0,0 0 544 0,7 35 96 15,-7-35 32-15,0 0 0 0,0 0-832 0,7 39-144 16,-7-39-48-16,0 0 0 0,0 0-448 0,0 0 0 16,0 0 0-16,0 0 0 0,0 33-144 0,0-33-80 15,0 0-16-15,-12 2 0 16,12-2-624-16,-9-5-128 0,4-2-32 0,-1-2 0 16,1 0 0-16,1-5 0 0,1-3 0 0,1-2 0 15,2-3-528-15,2-4-112 0</inkml:trace>
  <inkml:trace contextRef="#ctx0" brushRef="#br0" timeOffset="19566.45">13721 4453 11967 0,'20'-38'528'0,"-11"19"112"0,-3 10-512 0,-6 9-128 16,5-7 0-16,-5 7 0 0,9-10 2064 0,3-2 384 15,6-4 80-15,1-1 16 0,2 6-256 0,-4 5-48 0,-17 6-16 0,25 10 0 16,-25-10-1680-16,15 38-336 0,-15-38-64 0,7 54-16 31,-6-22-832-31,-3 0-160 0,-2 4-32 0,-2 0-16 16,-1-1-832-16,-1 1-176 0,-1-1-16 0,-2-1-16 15,1-6-352-15,10-28-80 0,-17 42-16 0,17-42 0 16,-19 26 1200-16,19-26 240 0,-16 15 64 0,16-15 0 0,0 0 896 0,-16 5 0 0,16-5 128 0,-4-7 0 16,4 7 1184-16,4-13 240 0,0 2 48 0,4-3 16 15,1-1 880-15,1 1 160 0,3 0 32 0,1-3 16 16,4 0-2144-16,0 1-432 0,2 2-128 0,-3 4 0 16,-2 4-832-16,-1 3-224 0,-14 3-32 0,24 11-16 15,-24-11 1104-15,15 32 0 0,-15-32 160 0,5 52 0 0,-7-19 624 0,-2 2 128 16,-2 0 32-16,0 0 0 0,-2 2-944 0,0-2 0 15,1-3-192-15,-1-2 16 16,8-30-336-16,-11 46-64 0,11-46 0 0,0 0-16 0,-10 28 464 0,10-28 128 16,0 0 0-16,-5-12 0 0,3 2 704 0,2-6 224 15,0-5 32-15,0-6 16 0,1-5 736 16,1-6 144-16,1-5 16 0,0-2 16 0,1-7-1088 0,1-3-224 16,0-2-32-16,0-2-16 0,2 0-256 0,0-1-48 15,2 4-16-15,2 1 0 0,-1 8-208 0,0 9 128 16,-1 2-128-16,0 10 0 0,-1 4 0 0,-1 6 0 15,1 4 0-15,-3 8 0 0,-5 4 0 0,0 0 0 16,0 0 0-16,23 28 0 0,-23-28-208 0,13 48 16 16,-5-11 0-16,0 6 0 0,3 5 192 0,0 4-144 15,2-2 144-15,2 5-128 0,3 8 128 0,5 3 128 16,5 5-128-16,3-3 176 0,0-5-176 0,3-1 0 0,3-1 0 0,0-4 0 16,0-7 0-16,-2-8-192 0,-1-8 64 0,-2-8 128 31,-3-8-1136-31,0-8-96 0,-3-3-32 0,-1-9 0 15,-2-3 608-15,-3-4 112 0,-1-8 32 0,-3-4 0 16,-1-5-1280-16,-4-5-256 0,-1-6-64 0,-5-4 0 0,-2-3 1904 0,-3-5 368 0,-4-3 80 0,-2-3 16 16,-4 2 1344-16,0 4 288 0,0 5 48 0,-1 8 16 15,1 10-224-15,-2 7-32 0,1 7-16 0,-2 6 0 16,0 6-480-16,-7 8-112 0,-4 9 0 0,-6 9-16 16,-3 7-560-16,-2 8-128 0,-1 8 0 0,-2 4-16 15,0 1-368-15,1 5-320 0,4-3 64 0,0 2-16320 16</inkml:trace>
  <inkml:trace contextRef="#ctx0" brushRef="#br0" timeOffset="19998.89">15617 4119 3679 0,'5'-9'320'0,"-2"3"-320"0,0 0 0 0,-1 3 0 16,-2 3 1584-16,0 0 240 0,0 0 48 0,0 0 16 15,0 0 1056-15,0 0 192 0,0 0 64 0,0 0 0 16,0 0-1168-16,0 0-240 0,-22 38-32 0,22-38-16 16,-25 45-736-16,10-14-160 0,-3 9-16 0,-2 5-16 15,0 7-416-15,1 3-80 0,2 2 0 0,3-3-16 16,4 3-128-16,3 3-32 0,5 3 0 0,4-1 0 16,7-3-144-16,4-6 0 0,2-3-160 0,7-6 160 15,4-4 0-15,3-6-144 0,4-6 144 0,1-6 0 16,3-6 0-16,0-4 144 0,2-2 0 0,-2-6 0 15,0-4 176-15,-3-6 16 0,-1-4 16 0,-2-6 0 0,-1-1-608 0,-5-4-112 16,-1-3-16-16,-3-5-16 16,-1-6-1360-16,-2-10-272 0</inkml:trace>
  <inkml:trace contextRef="#ctx0" brushRef="#br0" timeOffset="20115.75">16093 4310 9215 0,'0'0'816'0,"-8"-4"-656"15,8 4-160-15,0 0 0 0,0 0 3584 0,0 0 672 16,-18 22 144-16,18-22 16 0,-23 44-2160 0,2-3-432 15,-4 13-96-15,-5 11 0 0,-3 8-1248 0,-2 5-240 16,-3-2-48-16,0 2-16 0,0-4-368 0,-4-3-64 16</inkml:trace>
  <inkml:trace contextRef="#ctx0" brushRef="#br0" timeOffset="20264.77">14830 4840 18431 0,'12'-19'1632'0,"-2"4"-1312"0,0 0-320 0,1 4 0 0,-1 5 3776 0,2 0 672 0,6 0 144 0,12-6 16 16,20-8-3328-16,15-1-656 0,11 0-144 0,6 2-32 15,2 7-656-15,1 3-144 0</inkml:trace>
  <inkml:trace contextRef="#ctx0" brushRef="#br0" timeOffset="20937.16">15425 4750 29487 0,'0'0'2624'0,"-3"-10"-2112"15,3 10-512-15,0 0 0 0,0 0 288 0,0 0-48 16,0 0-16-16,14-8 0 16,-14 8-544-16,21-8-96 0,-3 5-32 0,2 1 0 15,3-1-416-15,4 1-96 0,5-1 0 0,2-1-16 16,4-1 336-16,3-2 80 0,5 0 16 0,4-5 0 0,3 0 544 0,-1 2 320 16,-7 1-32-16,-4 0-16 0,-1 2 48 0,-1 3 0 15,0 0 0-15,-3 0-7680 0,-4 4-1536 0</inkml:trace>
  <inkml:trace contextRef="#ctx0" brushRef="#br0" timeOffset="21299.72">16645 4479 29487 0,'0'0'1296'0,"2"-8"288"0,-2 8-1264 0,0 0-320 16,8-8 0-16,-8 8 0 0,0 0 1536 0,23-7 256 15,-4-1 64-15,12-1 0 0,9-3-448 0,8 0-64 16,4 0-32-16,4 0 0 0,3-1-896 0,-1 1-176 16,-1 0-48-16,-4 1 0 0,-3 0-192 0,-4-1 0 15,-2 2-144-15,-5-3 144 16,-5 3-1344-16,-3-1-192 0,-4-1-16 0,-2 2-16 16,-6-2-1584-16,-3 2-320 0,-3-1-64 0,-4 4-8752 0</inkml:trace>
  <inkml:trace contextRef="#ctx0" brushRef="#br0" timeOffset="21700.27">17286 4150 33167 0,'0'0'1472'0,"0"0"304"0,0 0-1424 0,0 0-352 0,0 0 0 0,0 0 0 15,0 0 448-15,0 0 32 0,0 0 0 0,-18 44 0 16,18-44-480-16,-18 53 0 0,6-18 0 0,-3 1 0 15,-2 2 0-15,-1 4 0 0,-4-1-144 0,-2 4 144 16,-2 0-160-16,-1 0 160 0,-1 0-160 0,-2-2 160 0,1-3-240 16,2-4 48-16,2-6 16 0,1-6 0 0,4-3-16 0,1-8 0 15,19-13 0-15,-28 16 0 0,28-16-48 0,0 0-16 16,-16 0 0-16,16 0 0 16,4-14 256-16,5 4 0 0,3-4 144 0,4 0-144 0,5-8 832 0,6-1 80 15,3-1 16-15,5-2 0 0,2 0-480 0,1-1-112 16,3 2-16-16,2-1 0 0,4 2-192 0,0 3-128 15,-1 2 128-15,-2 4-128 0,-3 6 0 0,-5 3 0 16,-5 3 0-16,-6 5 0 0,-4 0 0 0,-21-2-160 16,29 19 160-16,-29-19-160 0,14 36-96 0,-14-36-32 15,1 54 0-15,-5-21 0 16,-7 7-96-16,-3 4-32 0,-6 3 0 0,-5 5 0 0,-3-3 416 0,-5 2 0 16,-6 1 0-16,-4-3 0 0,-1-1 0 0,-3-10-128 15,1-7 128-15,1-5 0 16,1-5-720-16,1-5-64 0,3-8-16 0,1-6-8800 0,0-2-1744 0</inkml:trace>
  <inkml:trace contextRef="#ctx0" brushRef="#br0" timeOffset="21816.75">16752 4842 13823 0,'16'-19'608'0,"-5"5"128"0,1 5-592 0,-3 1-144 0,-9 8 0 0,15-2 0 16,-15 2 2864-16,28 2 528 0,2 0 128 0,10 6 0 16,8 6-320-16,3 5-80 0,0 7-16 0,1 3 0 15,1 6-1840-15,1 3-368 0,4 7-80 0,-1 0-16 16,-2 0-928-16</inkml:trace>
  <inkml:trace contextRef="#ctx0" brushRef="#br0" timeOffset="21973.18">18078 5257 42383 0,'0'0'1872'0,"-1"-12"400"0,1 12-1824 0,0 0-448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2T07:54:39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1377 6134 21183 0,'-6'-7'1888'0,"1"0"-1504"0,2 5-384 0,1-1 0 16,2 3 256-16,0 0-32 0,0 0 0 0,0 0 0 15,0 0-224-15,0 0 0 0,0 0-144 0,0 0 144 16,0 0-832-16,0 0-64 0,0 0 0 0,0 0-16 16,0 0-320-16,0 0-64 0,0 0-16 0,0 0 0 0,33 14 848 0,-33-14 160 15,0 0 48-15,0 0 0 0,22-7 448 0,-22 7 112 16,0 0 16-16,0 0 0 0,33 3 608 0,-33-3 128 16,0 0 32-16,0 0 0 0,42 14-480 0,-42-14-96 15,32 9 0-15,-32-9-16 0,38 3-16 0,-38-3 0 16,47 0 0-16,-20 0 0 0,0-3-32 0,5-1-16 15,7-2 0-15,5-2 0 0,3-2 144 0,2-2 48 16,5 0 0-16,-3 0 0 0,-8 2 32 0,1 1 16 16,2 0 0-16,-2 1 0 0,-1 3-336 0,-5 4-64 15,-2-1-16-15,-3 2 0 0,-5 0-80 0,-1 2-32 16,-27-2 0-16,48 2 0 0,-48-2-144 0,39 7-144 16,-39-7 144-16,34 5-208 0,-34-5 208 0,0 0 0 15,36 5-160-15,-36-5 160 0,0 0 0 0,0 0 0 16,26-5 0-16,-26 5 0 0,0 0 0 0,6-5 0 15,-6 5 0-15,-4-5 0 0,-1 3-160 0,-1 1 160 0,-3 1 0 0</inkml:trace>
  <inkml:trace contextRef="#ctx0" brushRef="#br0" timeOffset="416.24">1478 6338 23951 0,'-9'-2'1056'0,"3"0"224"16,1 2-1024-16,1 0-256 0,4 0 0 0,0 0 0 0,0 0 512 0,-4 2 32 15,4-2 16-15,0 0 0 0,-7 4-32 0,7-4 0 16,0 0 0-16,0 0 0 0,0 0-528 0,0 0 0 16,0 0 0-16,39 15-144 0,-39-15 144 0,30 0 0 15,-30 0 0-15,42-3 0 0,-42 3 0 0,48-9 256 16,-21 2-64-16,3 0-16 0,2 0 464 0,2 1 112 16,2 0 16-16,1-2 0 0,1 4-256 0,1-1-32 15,0 0-16-15,-2 0 0 0,-1 0-208 0,-3-1-32 0,0 1-16 0,1 2 0 16,-1-1-208-16,0-1 144 0,1 0-144 0,0-2 128 15,1 0-128-15,0 0 0 0,-3 0 0 0,-1-1 0 16,-2 2-176-16,-2 1 176 0,2 0-128 0,-3 1 128 31,-26 4-528-31,43-3-32 0,-43 3 0 0,30 5-13648 0</inkml:trace>
  <inkml:trace contextRef="#ctx0" brushRef="#br0" timeOffset="12599.79">14398 2803 11055 0,'-9'-7'976'0,"2"2"-784"0,2 0-192 0,1 3 0 0,2 2 768 0,0 0 128 16,2 0 0-16,-4 0 16 0,0-2 432 0,-1 2 96 16,1 2 16-16,4-2 0 0,0 0-752 0,-11 17-160 15,11-17-32-15,-3 30 0 0,3-30-512 0,1 45 0 16,-1-45 0-16,1 62 0 0,-1-29 0 0,1 3 0 16,-1 7 0-16,0 1 0 0,1 2-192 0,0-4-64 15,2-1 0-15,0-7 0 16,-3-34-1248-16,8 49-256 0,-8-49-48 0,0 0-3136 15,11 35-624-15</inkml:trace>
  <inkml:trace contextRef="#ctx0" brushRef="#br0" timeOffset="12934.53">14447 2696 911 0,'7'-24'0'0,"-3"8"0"0,1 2 0 0,-2 4 0 15,0 6 1344-15,-3 4 192 0,4-5 48 0,1-1 0 16,2-3 576-16,3 0 112 0,4-1 32 0,0 3 0 15,1 3-880-15,-15 4-160 0,31 1-48 0,-31-1 0 16,35 10 304-16,-35-10 48 0,42 15 16 0,-42-15 0 16,49 14-1904-16,-21-7-384 0,0 0-80 0,2-4-16 15,-1-1 656-15,-3 1 144 0,-2-3 0 0,0 2 0 16,0 0 0-16,-24-2 0 0,45 12 0 0,-45-12 0 16,36 24 720-16,-36-24 240 0,26 36 64 0,-26-36 0 15,17 52-1296-15,-17-52-256 0,12 66-48 0,-11-28-16 0,1 0 976 0,-2 2 192 16,0 2 32-16,0-3 16 0,0 0-432 0,1 0-192 15,-1 3 160-15,2-4-160 0,0-4 0 0,-1-3 0 16,-1-31 0-16,4 54 0 0,-4-54 0 0,3 36 0 16,-3-36 0-16,0 0 0 0,-1 33-176 0,1-33 32 15,0 0 0-15,0 0 0 16,-15 19-464-16,15-19-96 0,-15-2 0 0,5-1-16 16,-2-3-672-16,-2-2-128 0</inkml:trace>
  <inkml:trace contextRef="#ctx0" brushRef="#br0" timeOffset="13317.29">14514 2862 26719 0,'-9'-5'1184'0,"3"0"240"0,2 1-1136 0,4 4-288 0,-2-2 0 0,2 2 0 16,0 0 656-16,0 0 80 0,0 0 16 0,21-2 0 15,-21 2-304-15,32 0-64 0,-32 0-16 0,42 2 0 16,-19 0-560-16,2-2-128 0,0 2 0 0,1 0-16 15,-3-2-2032-15,-23 0-384 16,39 1-96-16,-39-1-16 0,27 2-592 0,-27-2-112 0,0 0-16 0,0 0-16 16,0 0 1664-16,4 33 336 0,-4-33 64 0,-19 20 0 15,7-7 2304-15,-1-3 448 0,-1 2 80 0,-1 0 32 16,2-1 544-16,-1 1 112 0,2 0 32 0,1-1 0 16,11-11-240-16,-15 20-48 0,15-20-16 0,0 0 0 15,0 0-704-15,0 0-144 0,0 0-32 0,0 0 0 0,0 0-256 0,32 28-48 16,-32-28-16-16,23-4 0 0,-23 4 0 0,25-5 0 15,-25 5 0-15,23-4 0 0,-23 4-256 0,0 0-64 16,0 0-16-16,23 2 0 0,-23-2-176 0,0 0 0 16,0 0 0-16,0 0 0 0,-15 30 192 0,5-20 0 15,-2 2 0-15,0-2 0 0,-2 1-192 0,-1-1 0 16,1 4 0-16,0-3-176 16,2 1-928-16,2-2-192 0,10-10-48 0,-10 17-9216 0</inkml:trace>
  <inkml:trace contextRef="#ctx0" brushRef="#br0" timeOffset="13784.46">15529 3024 27647 0,'-10'0'2448'0,"3"-3"-1952"15,7 3-496-15,-5 0 0 0,5 0 1136 0,0 0 128 16,0 0 16-16,-6 0 16 0,1 0-528 0,5 0-128 15,0 0 0-15,0 0-16 0,0 0-624 0,38-2 0 16,-15-1 0-16,6 1-192 0,5-5 416 0,6 0 80 16,6-1 16-16,2 1 0 15,3-2-2272-15,0 2-448 0,0 1-96 0,-4-2-10704 0</inkml:trace>
  <inkml:trace contextRef="#ctx0" brushRef="#br0" timeOffset="14751.52">16888 2464 26719 0,'-4'-10'1184'0,"2"4"240"0,0 0-1136 0,2 6-288 16,-3-3 0-16,3 3 0 0,0 0 528 0,0 0 48 16,0 0 16-16,0 0 0 0,-22 27-464 0,22-27-128 15,-27 38 0-15,10-14 0 16,-1 0-672-16,-3 0-208 0,-2 2-32 0,0-1-16 15,-1-3-1408-15,1-1-288 0,2-4-48 0,5-5-16 16,3-3 704-16,13-9 144 0,-13 7 32 0,13-7 0 0,4-5 1296 0,4-1 272 16,3-2 48-16,2-1 16 0,2 0 1136 0,2-1 240 0,2-2 32 0,1 0 16 15,3 0 112-15,2 0 32 0,-1 3 0 0,1 0 0 16,2 1 672-16,1 1 144 0,0 4 32 0,-1 1 0 31,0 2-2240-31,-2 3-352 0,-3 2-112 0,-22-5-32 0,35 14 496 0,-35-14 0 0,0 0 0 0,24 33 160 31,-24-33-688-31,0 0-144 0,-9 40-32 0,9-40 0 16,-22 29-384-16,5-15-96 0,-3 0-16 0,-5 3 0 16,-3-3 320-16,-3 1 64 0,-1 1 16 0,-1-4 0 0,1 0 352 0,1-3 64 0,5 0 0 0,2-4 16 15,7-2 368-15,2-1 0 0,5-2 0 0,2-2 128 16,8 2 880-16,-7-2 160 0,7 2 48 0,0 0 0 16,0 0 752-16,0 0 144 0,13-4 48 0,-13 4 0 15,0 0-848-15,29 4-160 0,-29-4-48 0,27 6 0 0,-27-6-464 0,34 10-112 16,-34-10-16-16,36 10 0 0,-36-10-512 0,38 6 0 15,-18-4 0-15,1-4 0 16,-1 2-448-16,1-4-192 0,1-1-32 0,-2-2-16 16,0 0-864-16,-4 0-176 0,0-1-48 0,-2-1 0 15,0 0-528-15,-3-1-96 0,-3 1-32 0,1-1 0 0,-3-2 1808 0,-1 3 368 16,-1 1 64-16,-2 1 0 0,-2 2 1488 0,0 0 304 16,-1 2 48-16,-2 0 16 0,-2 0-512 0,0 1-80 15,-3 2-32-15,-1 0 0 16,0 2-1040-16,-4-1-448 0,-1 4 16 0,-2-2 16 0,-1 2 48 0,2 1 16 15,1 0 0-15,1 0 0 0,1 0 352 0,12-6 0 16,-21 17 0-16,21-17 0 0,-16 24 1216 0,16-24 304 16,-8 31 64-16,8-31 16 0,-4 38-1424 0,4-38-176 15,0 40-256-15,0-40 64 0,4 40 832 0,-4-40 176 16,10 40 16-16,-10-40 16 0,16 43-272 0,-16-43-48 0,19 43-16 0,-19-43 0 16,15 40-384-16,-15-40-128 0,11 37 0 0,-11-37 0 31,0 0-832-31,2 41-256 0,-2-41-64 0,0 0-16 15,0 0-1136-15,-17 24-240 0,17-24-32 0,-21 0-16 16,10-2 368-16,-1-1 80 0,0-4 16 0,1 0 0 0,0-1 1872 0,1-3 256 0,-1-1 272 0,3 0-48 16,2 1 1424-16,1-1 272 0,3-3 64 0,3 1 16 15,5-1 240-15,2 0 32 0,2-2 16 0,3 3 0 16,3 1-576-16,1 0-112 0,1 3-32 0,2 3 0 16,0 3-368-16,-1 3-80 0,-19 1-16 0,39 7 0 15,-39-7-272-15,37 20-64 0,-37-20-16 0,27 32 0 16,-27-32-320-16,20 46-64 0,-13-14-16 0,-2 2 0 15,-3 4-352-15,-4 0-208 0,-3 0 16 0,-3 0 16 16,-5-2-1216-16,-2-2-240 0</inkml:trace>
  <inkml:trace contextRef="#ctx0" brushRef="#br0" timeOffset="14909.03">17580 3256 9215 0,'0'0'816'0,"0"0"-656"16,0 0-160-16,0 0 0 0,0 0 6144 0,0 0 1216 15,0 0 224-15,0 0-19344 0</inkml:trace>
  <inkml:trace contextRef="#ctx0" brushRef="#br0" timeOffset="17465.49">9206 7166 20271 0,'0'0'1792'0,"0"0"-1424"0,0 0-368 0,0 0 0 15,0 0 544-15,0 0 32 0,0 0 16 0,0 0 0 16,0 0 176-16,0 0 48 0,0 0 0 0,-4 33 0 16,4-33 0-16,0 0 0 0,-9 21 0 0,9-21 0 15,-11 22-272-15,11-22-48 0,-14 30-16 0,14-30 0 16,-16 45-240-16,6-12-48 0,2 5-16 0,1 3 0 15,1 2-48-15,1 1-128 0,3 6 192 0,2 5-64 16,2 6-128-16,1 3 0 0,2-2 0 0,2-5 0 16,2 0 0-16,1-1 0 0,3 0-144 0,1-7 144 15,1-6-1344-15,0-10-144 0,-15-33-48 0,30 31 0 16,-30-31-816-16,27-5-160 0,-15-7-48 0,-1-8 0 16,0-6 768-16,-2-3 160 0,-1-5 32 0,-1-8 0 15,1-10 880-15,-2-6 176 0,-1-1 32 0,-2-2-3552 16</inkml:trace>
  <inkml:trace contextRef="#ctx0" brushRef="#br0" timeOffset="17983.09">9302 7082 10127 0,'-7'0'896'0,"2"0"-704"15,5 0-192-15,-7 0 0 0,7 0 2048 0,0 0 384 16,-9 2 80-16,1-1 16 0,-1 1-528 0,0-1-96 16,2 1-32-16,7-2 0 0,0 0-848 0,0 0-192 15,0 0-16-15,0 0-16 0,32 2-640 0,-32-2-160 16,47-2 0-16,-16 2 0 0,7-2 0 0,7-1-256 0,5 0 64 0,6-1 16 31,3-3-336-31,6 0-64 0,6-3 0 0,4-2-16 0,2-2 160 0,1-3 48 0,0-4 0 0,-2 2 0 16,-1 0 256-16,-3 3 128 0,-2 2-128 0,-5 2 128 15,-2 2 0-15,-3 2 0 0,-2 3 0 0,-4 2 0 16,-3 5 0-16,-3 2 0 0,-3 2 0 0,0 3 128 16,-2 5 144-16,-1 0 48 0,-1 4 0 0,-2 5 0 15,-2 5 144-15,-5 0 48 0,-2 3 0 0,-4 2 0 16,-2 3-176-16,-3 0-16 0,0 5-16 0,-3 3 0 15,-1 3-80-15,0-1-16 0,-2-2 0 0,0-3 0 16,-1-4 32-16,0-2 0 0,1 0 0 0,-3-3 0 16,-12-32 256-16,20 50 48 0,-20-50 16 0,11 36 0 15,-11-36 64-15,0 0 16 0,1 28 0 0,-1-28 0 16,0 0-112-16,-19 17-16 0,7-12 0 0,-4 1 0 16,-3 0-128-16,-4 0-48 0,-3 2 0 0,-4-1 0 0,-2-1-336 0,-4 0 0 15,-1 1 0-15,-2-2-128 16,-2 2-384-16,-2-5-80 0,-4 0-16 0,-4 1 0 15,-4 2-464-15,-3-3-80 0,0 5-32 0,-3-2 0 16,0-1-240-16,3-1-48 0,2 0-16 0,4-1 0 0,3-4 1136 0,3-1 352 16,3 3-176-16,3-5 176 0,5 0 1248 0,3-4 336 15,4 2 64-15,6 0 16 0,3 2-208 0,4 0-48 16,6 1 0-16,9 4 0 0,-8-3-640 0,8 3-144 16,0 0-32-16,0 0 0 0,0 0-400 0,0 0-192 15,34 7 160-15,-34-7-160 16,42 10-704-16,-15-6-224 0,4 4-48 0,1-2-9984 15,2 0-2000-15</inkml:trace>
  <inkml:trace contextRef="#ctx0" brushRef="#br0" timeOffset="19132.8">9393 10321 18431 0,'-20'-8'1632'0,"4"0"-1312"0,5 3-320 0,11 5 0 16,-12-10 1184-16,1 3 160 0,-10-9 48 0,-12-10 0 31,-5-7-1568-31,0-5-304 0,9-1-64 0,6 0-16 0,7-2 720 0,7 3 144 0,3 2 16 0,5 1 16 16,4 2-336-16,2 4 0 0,4 3 0 0,1 2 128 15,2 1-128-15,3 2 0 0,2-1 0 0,5 1 0 16,0 2 0-16,5 0 0 0,3 2 0 0,3-1 0 0,4 3 640 16,4-4 192-16,4 3 64 0,4-4 0 15,4 1-1696-15,3-2-336 0,1 2-64 0,6 0-16 16,8 1 544-16,4 0 96 0,3 4 32 0,3 3 0 0,2 6 144 0,-1 2 16 15,-1 6 16-15,-4 4 0 0,-12 0 176 0,0 5 16 16,0 6 16-16,-5 2 0 0,-5 4-32 0,-5 4 0 16,-5 6 0-16,-5 3 0 15,-4 4-448-15,-6 1-80 0,-2 5-32 0,-5 1 0 16,-2 4 48-16,-5 1 16 0,-4-2 0 0,-7-3 0 0,-3-3 496 0,-4-6 192 16,-3-2-128-16,-3-6 128 0,-2-3 880 0,-2-5 256 15,0-5 48-15,-4-2 16 0,-1-3 944 0,-2-2 192 16,1-4 32-16,-5 0 16 0,-5 0-720 0,-2 0-160 15,-4 1-32-15,0-2 0 16,1 1-1952-16,-3-2-400 0,2 3-80 0,-3-2-11248 0</inkml:trace>
  <inkml:trace contextRef="#ctx0" brushRef="#br0" timeOffset="21633.02">5975 11336 30399 0,'-10'5'2704'0,"3"2"-2160"0,7-7-544 0,0 0 0 16,-1 13 0-16,1-13-176 0,-2 20 0 0,-1 1 0 31,2 8-656-31,3 3-128 0,4 2-16 0,1-3-16 16,3 2-32-16,1-2 0 0,1 7 0 0,0 2 0 16,0 3 368-16,-4 1 64 0,0 2 16 0,-3-2 0 0,0-1 368 0,-4-5 80 0,0-4 128 0,-1-8-208 15,-1-7 208-15,1 0-176 0,0-19 176 0,-5 19-160 16,5-19-288-16,-7 3-64 0,7-3-16 0,-7-15 0 15,4-2-272-15,0-7-48 0,2-8-16 0,1-8 0 16,0-6 176-16,0-1 48 0,2-3 0 0,0-9 0 16,1-7-144-16,-1-1-32 0,1 1 0 0,0 4 0 15,0 7 112-15,1 1 32 0,1 4 0 0,2 5 0 0,-1 9 432 0,3 1 96 16,1 7 16-16,0 4 0 0,1 4 992 0,-11 20 208 16,25-28 32-16,-25 28 16 0,28-15 656 0,-28 15 128 15,34-8 16-15,-34 8 16 0,45-1-256 0,-45 1-48 16,59 5-16-16,-23-2 0 0,3 1-592 0,6 1-112 15,5-2-16-15,5 1-16 0,2-1-432 0,4 1-64 16,0-3-32-16,7 2 0 0,7-2-352 0,0-1 0 16,0 0 0-16,-1-2 0 0,0-1 0 0,-2-2 0 15,-4-1-144-15,-2 1 144 0,-4 0 0 0,-2 1-176 16,-3-1 176-16,0 0-128 0,-3 2 128 0,-3-1 0 16,-2 3-144-16,-4-1 144 0,-4 2 0 0,-3 3 208 15,-3 2-16-15,-3 2-16 0,-32-7 256 0,50 21 48 0,-50-21 16 16,33 38 0-16,-33-38 432 0,20 40 96 0,-15-16 0 15,-3 7 16-15,-3 7 144 0,-5 7 32 0,-1 4 0 0,-2 5 0 16,-2 4-672-16,-3 1-128 0,-2 3-32 0,-2-3 0 16,1 0-256-16,0-6-128 0,2-2 128 0,0-7-128 15,2-4 0-15,1-10 0 0,2-6 0 0,0-2 0 16,-1-1 160-16,0-2-160 0,0-5 192 0,-1-2-192 16,1-5 1104-16,0-4 112 0,-1-1 32 0,-1-4 0 15,0-3-1760-15,-2-2-368 0,0-4-64 0,-4-2-16 16,-1-4 432-16,0-4 80 0,-3 0 0 0,-3-4 16 15,-1-1-528-15,0 0-96 0,1-2-32 0,0 5-9856 16,4 4-1984-16</inkml:trace>
  <inkml:trace contextRef="#ctx0" brushRef="#br0" timeOffset="22459.88">12041 11452 20271 0,'0'0'1792'0,"-12"3"-1424"0,12-3-368 0,0 0 0 15,0 0 960-15,0 0 128 0,-21 8 32 0,21-8 0 16,-30 13-224-16,13-3-32 0,2 1-16 0,4 1 0 15,2 2 432-15,1 0 64 0,4 2 32 0,2 4 0 16,2 4 144-16,2 7 16 0,1 2 16 0,3 5 0 16,1 4-992-16,3-1-208 0,1 1-32 0,-1-4-16 15,1-2-1072-15,-2-3-224 0,1-4-32 0,-2-8-16 16,-8-21-1328-16,13 31-272 0,-13-31-48 0,-8-81-16 47,-3-2-1200-47,0 12-224 0,1 5-48 0,2 4-16 15,1 5 1696-15,2 5 352 0,1 2 64 0,3 5 16 0,3 5 4048 0,2 1 832 16,5 2 144-16,1 5 48 0,3 3 272 0,3 7 64 16,2 3 16-16,2 4 0 0,-20 15-1392 0,46-23-288 15,-20 16-48-15,3-3-16 0,2 4-848 0,4-2-160 16,3 1-32-16,5 0-16 0,5-1-560 0,3 2-352 16,3-1 48-16,2 0 16 15,0 1-704-15,1 0-144 0,5 1-16 0,5 2-16 16,6 1-176-16,1 2-48 0,2 2 0 0,-3 3 0 0,2 0 1856 0,-3 4 368 15,0-1 80-15,-5 1 16 0,-3-1-928 0,-3 1-352 0,1 2 16 0,-3 3 0 16,0 4 544-16,-3 0 112 0,-3 4 32 0,-2-1 0 16,-1 3 48-16,2 6 16 0,-1 3 0 0,-2 1 0 15,-1 4 512-15,-4 2 96 0,0 3 32 0,-4 0 0 16,-1 1 48-16,-3-3 16 0,-6-1 0 0,4 5 0 16,0 5-592-16,-2 2-112 0,-2 0-32 0,-7-4 0 15,-6-4-384-15,-7-5 0 0,-5-6 0 0,-8-3 0 16,-7-1-496-16,-8-5-176 0,-4-3-32 0,-9-4-16 15,-5-6-944-15,-9-8-176 0,-8-3-32 0,-6-9-16 16,-6-6 224-16,-4-6 32 0,-1-1 16 0,0-4 0 16,-1-3-304-16,5 3-48 0,4 3-16 0,13 7 0 0,9 6 1792 15,8 8 368-15,7 2 64 0,5 0 16 0,2 5 2496 0,18-5 512 16,-28 8 112-16,28-8 16 0,-18 5-1792 16,18-5-336-16,0 0-80 0,0 0-16 15,0 0-2192-15,0 0-448 0,0 0-96 0,0 0-11344 16</inkml:trace>
  <inkml:trace contextRef="#ctx0" brushRef="#br0" timeOffset="33866.55">14406 11398 3679 0,'-13'-2'320'0,"3"2"-320"16,2-1 0-16,8 1 0 0,-9-3 2176 0,9 3 384 15,0 0 64-15,-10-2 0 0,10 2-1472 0,-14-3-320 16,7 0-48-16,7 3-16 0,-7-5-80 0,7 5-32 15,0 0 0-15,0 0 0 0,0 0 112 0,18-19 0 16,-18 19 16-16,21-14 0 0,-21 14 560 0,28-17 128 16,-28 17 0-16,43-26 16 0,-16 11-176 0,3-5-32 0,7-2-16 0,3-2 0 15,3 0-496-15,4-2-112 0,4 0-16 0,1-2 0 16,0-3-640-16,-2 2 0 0,-2 0 0 0,-5 3 0 31,-1 1-336-31,-6 6-112 0,-2 2 0 0,-5 3-16 0,-3 4-624 16,-26 10-128-16,40-11-32 0,-40 11 0 0,0 0-240 0,0 0-48 0,28 14-16 0,-28-14-8944 15</inkml:trace>
  <inkml:trace contextRef="#ctx0" brushRef="#br0" timeOffset="34066.25">14426 11450 9215 0,'-23'10'816'0,"6"-4"-656"0,2-1-160 0,6 0 0 0,9-5 3712 0,0 0 704 16,-9 5 128-16,9-5 48 0,-11 11-2096 0,11-11-400 15,-2 24-96-15,2-24-16 0,27 33-1328 0,-3-16-272 16,4 4-48-16,8-2-16 0,4 1 64 0,6 3 16 16,1-2 0-16,2 1 0 0,3-1-112 0,2 3-32 15,2 1 0-15,-3-1 0 0,-1-2-256 0,-4-3 0 16,-2-2 0-16,-3-3-144 16,-1-2-1008-16,-6-5-192 0,-3 1-32 0,-4-3-13312 0</inkml:trace>
  <inkml:trace contextRef="#ctx0" brushRef="#br0" timeOffset="35177.22">16084 10314 15663 0,'0'0'1392'0,"0"0"-1120"15,0 0-272-15,0 0 0 0,0 0 1120 0,0 0 160 16,4-12 48-16,-4 12 0 0,0 0 208 0,7-16 64 15,-7 16 0-15,6-19 0 16,-6 19-1600-16,5-17-384 0,-5 17-32 0,4-16-16 0,-4 16 960 0,3-17 192 0,-3 17 48 0,0 0 0 16,-2-15-128-16,2 15-32 15,0 0 0-15,-10-6 0 0,10 6-800 0,-19 4-144 0,6 1-48 0,-3 2 0 32,-3 5-1216-32,-5 2-240 0,-1 3-48 0,-4 2-16 15,-1 0 224-15,-1 1 32 0,-1 0 16 0,3-2 0 0,2 0 1136 0,2-2 240 0,3-1 32 0,5-3 16 16,2 2 2416-16,15-14 480 0,-19 20 112 0,19-20 16 15,0 0-1728-15,0 25-352 0,0-25-64 0,0 0-16 16,33 25-16-16,-33-25-16 0,41 18 0 0,-15-9 0 16,2 2-272-16,2-1-48 0,4 2-16 0,-1 0 0 15,-2 0-288-15,0 2 0 0,-3-1 0 0,1 2 0 16,-2 4 832-16,-1-2 144 0,-2 1 48 0,-24-18 0 16,34 36-1664-16,-34-36-336 0,18 32-64 0,-18-32-16 0,0 32 896 0,0-32 160 15,-17 32 0-15,4-18 128 0,-2-2 992 0,-4 0 208 16,-4 1 32-16,-2-3 16 15,-1 1-1792-15,-2-3-352 0,-1-1-80 0,-1-2-16 16,1-3-416-16,0-2-64 0,-1-2-32 0,4-3 0 16,4-2-832-16,0 2-160 0,3-2-48 0,1-2 0 15,5 2 80-15,3-3 16 0</inkml:trace>
  <inkml:trace contextRef="#ctx0" brushRef="#br0" timeOffset="35463.53">16599 10404 31327 0,'0'0'1392'0,"0"0"272"16,0 0-1328-16,0 0-336 0,0 0 0 0,0 0 0 0,0 0 912 15,0 0 112-15,0 0 32 0,35 16-10976 16,-35-16-2176-16</inkml:trace>
  <inkml:trace contextRef="#ctx0" brushRef="#br0" timeOffset="35612.8">16681 10633 27647 0,'0'0'2448'0,"0"0"-1952"15,0 0-496-15,0 0 0 0,0 0 800 0</inkml:trace>
  <inkml:trace contextRef="#ctx0" brushRef="#br0" timeOffset="37461.01">20742 10006 14735 0,'0'0'1312'0,"0"0"-1056"15,0 0-256-15,0 0 0 0,0 0-256 0,0 0-96 16,0 0-32-16,0 0 0 16,-18 5-32-16,18-5-16 0,0 0 0 0,0 0 0 0,-17 11 432 0,17-11 256 15,0 0-48-15,0 0 0 0,0 0 944 0,0 0 176 16,0 0 32-16,0 0 16 0,0 0 672 0,0 0 144 15,0 0 32-15,0 0 0 0,0 0-592 0,28 17-112 16,-28-17-32-16,25 7 0 0,-25-7-384 0,37 12-80 16,-14-7 0-16,5 0-16 0,1-3-272 0,5-2-48 15,5 0-16-15,4-3 0 0,1-2-144 0,4-1-16 16,4-5-16-16,1-2 0 0,-2 1-240 0,1-2-64 16,1-2 0-16,-1-1 0 0,-4 4-192 0,-1-3 0 15,-3 4-192-15,-4 0 192 16,-5 3-496-16,-4 0 16 0,-3 1 0 0,-4 4 0 15,-5-1-192-15,-19 5-32 0,26-5-16 0,-26 5 0 16,0 0-1040-16,0 0-208 0,0 0-32 0,0 0-16 16,0 0-800-16,-13 26-176 0,13-26-16 0,-26 19-16 15,26-19 1584-15,-30 21 320 0,13-9 64 0,0 2 16 0,-2-1 848 0,0 3 192 0,1-2 0 0,-2-2 0 16,3 0 368-16,-1-2 16 0,18-10 16 0,-31 21 0 16,31-21 128-16,-27 13 32 0,27-13 0 0,-22 13 0 15,22-13 80-15,-17 14 0 0,17-14 16 0,-15 19 0 16,15-19-96-16,-11 26-32 0,11-26 0 0,-9 41 0 15,4-11 480-15,0 8 80 0,2 8 32 0,-1 6 0 16,1 6 176-16,0 7 48 0,1 8 0 0,-1 5 0 0,1 1 16 0,2 4 16 16,0-3 0-16,2-2 0 0,2-6-928 0,3-15-192 15,0-10-48-15,2-11 0 0,1-8-352 0,-1-6-80 16,-9-22-16-16,18 25 0 16,-18-25-240-16,0 0-48 0,25 5-16 0,-25-5 0 15,18-24-1664-15,-7-2-336 0</inkml:trace>
  <inkml:trace contextRef="#ctx0" brushRef="#br0" timeOffset="37609.47">21974 10371 42383 0,'0'0'4144'0,"0"0"-3696"0,0 0-448 0,-9 21 0 0,9-21-12464 15,0 0-2576-15</inkml:trace>
  <inkml:trace contextRef="#ctx0" brushRef="#br0" timeOffset="37751.25">21934 10651 41471 0,'0'0'1840'0,"0"0"368"16,0 0-1760-16,0 0-448 0,0 0 0 0</inkml:trace>
  <inkml:trace contextRef="#ctx0" brushRef="#br0" timeOffset="40268.01">17099 10147 24879 0,'0'0'2208'16,"0"0"-1760"-16,0 0-448 0,0 0 0 0,-6 25 576 0,6-25 48 16,0 0 0-16,3 38 0 0,-1-10-304 0,2 3-48 15,0 2-16-15,1 0 0 0,0-4-256 0,0 1 0 16,-1 1 0-16,-2-2 0 0,-2 6 0 0,-1-4 0 16,-1-2 0-16,-2 4 0 0,-2 5 208 0,-2 0 48 15,-1 0 0-15,-1-3 0 0,-1-5-128 0,1-5-128 16,1-9 176-16,9-16-176 0,-17 22 0 0,17-22 0 15,0 0 0-15,-14 4 0 0,14-4-240 0,-3-11-48 16,3 11-16-16,0-21 0 16,2 4-1632-16,1-4-336 0,3-8-64 0,-2-3-7776 0</inkml:trace>
  <inkml:trace contextRef="#ctx0" brushRef="#br0" timeOffset="40737.21">17076 10198 19119 0,'0'0'416'0,"-9"-8"96"0,9 8 0 0,0 0 32 0,0 0-544 0,0 0 0 0,0 0 0 0,0 0 0 16,0 0 2048-16,0 0 288 0,0 0 64 0,0 0 16 16,30 1-1888-16,-30-1-368 0,30 21-160 0,-30-21 128 15,32 31-416-15,-13-8-96 0,3 9 0 0,0 6-16 16,-1 4 144-16,1 6 48 0,-5 2 0 0,0 2 0 16,-3 2-1424-16,-2-3-288 0,-2-4-48 0,-2-7-16 15,-3-12 1456-15,-5-28 272 0,8 38 64 0,-8-38 16 0,0 0 1776 0,0 0 336 16,7 25 80-16,-7-25 16 0,0 0-96 15,0 0-16-15,0 0 0 0,7-20 0 0,-5 5-512 0,2-8-96 16,0-8-32-16,1-5 0 0,3-4-736 0,-1-5-160 16,1 0-16-16,0-3-16 0,0-1-352 0,1-1-208 15,-1 0 16-15,0 5 16 0,0 6-144 0,0 0-48 16,0 3 0-16,0 8 0 0,-1 4 144 0,0 5 32 16,-2 5 0-16,-5 14 0 0,10-17 384 0,-10 17 64 15,0 0 32-15,0 0 0 0,0 0 112 0,0 0 32 16,22 17 0-16,-22-17 0 0,9 29-432 0,-9-29-176 15,8 51 16-15,-3-20 0 0,-1 5-64 0,-1 0-16 16,0 2 0-16,0 3 0 0,0 0 240 0,0 2 0 16,-1-2 0-16,3 1-144 0,0 0 144 0,-1-4 0 0,3-4 0 0,-2-6 0 15,2-2 0-15,-7-26 0 0,13 36 160 0,-13-36-160 16,15 24 320-16,-15-24-48 0,0 0 0 0,20 18 0 16,-20-18-272-16,0 0-176 0,0 0 32 0,0 0 0 31,29 8-1104-31,-29-8-224 0,0 0-32 0,0 0-16 15,23-7-608-15,-23 7-128 0,0 0-32 0,17-10-9584 0</inkml:trace>
  <inkml:trace contextRef="#ctx0" brushRef="#br0" timeOffset="41333.71">18313 10824 26719 0,'0'0'2368'0,"0"0"-1888"0,0 0-480 0,0 0 0 15,0 0 1568-15,0 0 224 0,0 0 32 0,0 0 16 16,0 0-1312-16,0 0-256 0,9-19-48 0,-9 19-16 15,7-27-208-15,-4 7 0 0,1-4 0 0,-1-4 0 16,-1-6 0-16,-2-4 256 0,0 3-32 0,0-8 0 16,0-2-224-16,-1-5 0 0,-1-4 128 0,0-1-128 15,-1-2 0-15,-1-4 0 0,0-1 0 0,0 2 0 16,1 4 0-16,0 1 0 0,2 3 0 0,0 2 0 16,1 9-144-16,0 1-128 0,2 0-32 0,-1 7 0 15,2 4 304-15,1 3 176 0,-1 3-32 0,-1 2 0 16,0 1 400-16,1 4 80 0,0 3 16 0,1 0 0 15,0 1-288-15,-4 12-48 0,10-14-16 0,-10 14 0 0,0 0-288 0,0 0 0 16,0 0 0-16,0 0 0 16,25 16-608-16,-25-16-176 0,-4 38-48 0,-3-14 0 0,-3 6 832 0,-4 2 0 15,-3 4 0-15,-5 4 144 16,-2 2-1536-16,-3 4-304 0,-1 3-64 0,-3-4-16 16,1-3-208-16,2-10-32 0,2-6-16 0,3-10 0 15,3-6-144-15,2-6-16 0</inkml:trace>
  <inkml:trace contextRef="#ctx0" brushRef="#br0" timeOffset="41469.53">18383 9725 26719 0,'0'0'1184'0,"0"0"240"0,29 11-1136 0,-29-11-288 0,0 0 0 0,0 0 0 16,19 19 1408-16,-19-19 208 0,24 26 48 0,-5-5 16 15,4 7-864-15,3 0-176 0,-1-3-48 0,0 1-10656 16,1-1-2144-16</inkml:trace>
  <inkml:trace contextRef="#ctx0" brushRef="#br0" timeOffset="45834.62">22600 9966 26719 0,'0'0'2368'0,"0"0"-1888"16,0 0-480-16,0 0 0 0,0 0 1856 0,0 0 288 15,0 0 48-15,0 0 16 16,0 0-3200-16,-6 32-640 0,6-32-128 0,0 0-32 15,-6 32-800-15,6-32-160 0,0 0-48 0,0 0 0 16,-5 24 1200-16,5-24 224 0,0 0 48 0,0 0 16 0,0 0 1760 0,-13 21 368 0,13-21 64 0,0 0 16 16,0 0 336-16,0 0 80 0,-15 21 16 0,15-21 0 15,0 0-752-15,0 0-160 0,0 0-32 0,0 0 0 16,0 0-384-16,0 0 128 0,0 0-128 0,0 0 0 16,0 0 480-16,21 10 16 0,-21-10 0 0,20-8 0 15,-20 8 256-15,29-10 48 0,-10 4 16 0,1-1 0 16,3 0-288-16,0-1-48 0,0 2-16 0,-2 1 0 15,-1 1-144-15,-4 1-48 0,-16 3 0 0,23-1 0 16,-23 1-640-16,0 0-128 0,0 0-16 0,0 0-16 16,0 0-1456-16,-9 34-304 0,9-34-48 0,-37 31-16 15,12-11 432-15,-4 2 96 0,-5 6 16 0,-3 3 0 16,-3 5 640-16,0-1 128 0,0 1 16 0,4-3 16 16,4-4 1008-16,3-3 368 0,5-5-16 0,5-2 0 0,19-19 1488 0,-26 26 288 15,26-26 64-15,0 0 16 0,-15 17-544 0,15-17-96 16,0 0-32-16,0 0 0 0,0 0-864 0,15-9-176 15,-15 9-48-15,21-15 0 0,-7 6-192 0,3-3-32 16,4 0-16-16,2-2 0 0,3-1-208 0,2-1 0 16,0-1 0-16,1 2 0 0,-1 2 336 0,-1 1 32 15,0-2 0-15,-1 0 0 0,-1 0-368 0,-3 4-240 16,-1 0 48-16,-1 3 0 16,-3-1-1216-16,0 0-256 0,-17 8-32 0,24-12-16 15,-24 12-832-15,17-9-160 0,-17 9-48 0,0 0 0 16,0 0 224-16,0 0 32 0,0 0 16 0,0 0 0 0,0 0 1696 0,0 0 336 15,0 0 64-15,-11 26 0 0,11-26 1648 0,-23 32 320 0,8-10 64 16,-4 4 16-16,-2 5 464 0,-2 2 112 0,-1-3 0 0,-1 2 16 16,-1 3-240-16,0 1-48 0,-3-1-16 15,2 1 0-15,2-3-400 0,2-5-80 0,1-4 0 0,4-5-16 16,2-2-688-16,16-17-144 0,-25 23-32 0,25-23 0 31,0 0-1360-31,-21 10-288 0,21-10-48 0,0 0-16 16,0 0-816-16,0 0-176 0,2-19-16 0,6 7-16 15,3-2 16-15,4-3 0 0,2-4 0 0,6-2 0 16,1-4 816-16,3 1 160 0,1 3 48 0,-1 1 0 0,2 3 1104 0,-2 5 288 0,-3 4 32 0,-1 5 0 16,-1 3 1104-16,-3 5 240 0,0 4 32 0,-19-7 16 15,36 24 832-15,-19-4 160 0,2 4 48 0,-3 5 0 16,-1 2-704-16,-2 0-144 0,-1 4-32 0,-3-1 0 16,-1-6-1424-16,0-2-304 0,-2-5-144 0,-6-21-8944 15,11 31-1872-15</inkml:trace>
  <inkml:trace contextRef="#ctx0" brushRef="#br0" timeOffset="46019.17">23271 9693 42383 0,'0'0'1872'0,"-13"-12"400"0,13 12-1824 0,0 0-448 16,-18-2 0-16,18 2 0 16,0 0-256-16,-18 14-160 0,18-14-32 0,-39 31-11840 0,11-7-2368 0</inkml:trace>
  <inkml:trace contextRef="#ctx0" brushRef="#br0" timeOffset="46767.58">22908 10030 15663 0,'-31'42'688'0,"31"-42"144"0,0 0-656 0,0 0-176 0,0 0 0 0,0 0 0 15,-13 20 2576-15,13-20 496 0,0 0 80 0,0 0 32 16,21 8-784-16,-21-8-160 0,37-4-16 0,-11 0-16 15,4-2-1568-15,3-1-304 0,4-4-64 0,0-1-16 16,-2-2-480-16,0-1-96 0,-3 1-32 0,-2-3 0 16,-5 2-864-16,-4 0-160 0,-4 1-32 0,-3 2-16 15,-4 0 416-15,-3 0 96 0,-7 12 16 0,7-19 0 16,-7 19-1280-16,0 0-240 0,2-12-48 0,-2 12-16 16,0 0 1760-16,0 0 336 0,-19 5 80 0,19-5 16 15,0 0 288-15,-25 19 0 0,25-19 0 0,-24 26 0 0,24-26 448 0,-27 33 64 16,27-33 0-16,-28 36 0 15,28-36 1248-15,-27 42 256 0,14-16 48 0,-2 0 16 0,1 5-368 0,0-2-80 16,1-1-16-16,2 1 0 0,2-1-912 0,0-5-192 16,9-23-48-16,-10 39 0 0,10-39-464 0,-3 28 128 15,3-28-128-15,0 0 0 16,0 0-448-16,9 28-144 0,-9-28-32 0,0 0 0 16,18-4-976-16,-18 4-192 0,17-17-32 0,-8 7-16 15,2-4-304-15,0-2-64 0,4-5-16 0,-1-1 0 16,2 1 688-16,1-5 144 0,1-2 32 0,1 2 0 0,-3-1 2064 0,-1 4 400 15,-3 6 96-15,-3 3 16 0,-9 14 944 0,8-13 192 16,-8 13 32-16,0 0 16 0,0 0-1312 0,-20 8-272 16,20-8-48-16,-30 19-16 15,12-7-1264-15,-4 5-240 0,-4 3-48 0,-3 1-16 0,-1 4 1360 0,-2-4 272 0,3 0 48 0,2 1 16 16,1-3-336-16,5-2-64 0,4-1-16 0,17-16 0 16,-25 21-464-16,25-21 0 0,0 0 0 0,0 0 0 15,0 0 176-15,0 0-176 0,0 0 192 0,10 24-192 16,-10-24 544-16,27 0 0 0,-9-2 0 0,4-1 0 15,2-1-80-15,1-1-16 0,1 0 0 0,-3 0 0 32,-3 3-832-32,0 1-160 0,-20 1-32 0,31 0-16 0,-31 0-560 0,20 8-128 15,-20-8 0-15,0 0-16 0,10 26 544 0,-10-26 112 16,-8 34 32-16,8-34 0 0,-16 44 816 0,4-18 176 0,-1 5 16 0,-1 2 16 16,-2 1 480-16,0 1 80 0,1 0 32 0,2-1 0 15,1-6 240-15,4-4 48 0,2 0 16 0,6-24 0 0,-6 31-288 0,6-31-48 16,0 0-16-16,0 0 0 0,11 21-272 0,-11-21-64 15,0 0-16-15,24-12 0 0,-13 3-400 0,3-4-80 16,3-5 0-16,2-7-128 16,5-2-512-16,1-9-192 0,3-2-64 0,1-2 0 15,1-3-192-15,-1 0-64 0,-1 1 0 0,-2 5 0 16,-2 5 256-16,-2 6 64 0,-4 7 0 0,-4 6 0 0,-14 13 464 0,17-6 112 16,-17 6 128-16,0 0-208 0,4 26 912 0,-4-26 192 15,-13 45 48-15,2-11 0 0,-2 4-96 0,-4 8-16 16,-3 6 0-16,-2 4 0 0,-3 0-112 0,-2-1-16 15,-1-6-16-15,1-8 0 16,0-4-960-16,-1-8-192 0,0-5-48 0,-1-5 0 16,0-7-2736-16,-2-8-544 0</inkml:trace>
  <inkml:trace contextRef="#ctx0" brushRef="#br0" timeOffset="46912.74">22728 10613 15663 0,'-20'-53'688'0,"12"28"144"0,8 25-656 0,-2-19-176 0,2 19 0 0,0 0 0 15,11-19 2688-15,0 0 496 0,9-9 96 0,8-1 32 16,7 5-992-16,4 5-192 0,3 7-32 0,2 8-16 15,0 4-592-15,2 6-112 0,2 4-32 0,2 4 0 16,0-2-784-16,1 5-176 0,1 0-16 0,-1-1-16 16,0 3-704-1,-5 0-144-15,-4-3-16 0,-7-1-17280 0</inkml:trace>
  <inkml:trace contextRef="#ctx0" brushRef="#br0" timeOffset="47060.25">23753 10671 41471 0,'0'0'1840'0,"0"0"368"0,0 0-1760 0,0 0-448 16</inkml:trace>
  <inkml:trace contextRef="#ctx0" brushRef="#br0" timeOffset="48533.02">22801 11320 31327 0,'0'0'2784'0,"0"0"-2224"16,0 0-560-16,0 0 0 0,0 0 464 0,0 0-16 15,0 0 0-15,0 0 0 0,-6 23-224 0,6-23-48 16,-10 26-16-16,10-26 0 16,-19 31-496-16,4-14-112 0,-3 4 0 0,-5 1-16 15,-5 4-576-15,-4 0-112 0,-3 2-32 0,-2 0 0 16,0 1 464-16,0 0 80 0,3-4 32 0,5-3 0 0,4-5 256 0,5-3 48 0,5-2 16 0,15-12 0 15,-16 11 1376-15,16-11 256 0,0 0 64 0,0 0 16 16,0 0-784-16,26-11-176 0,-8 2-16 0,6-4-16 16,4-1-432-16,4-5 0 0,6 1-224 0,1 0 80 31,4-1-272-31,0 4-48 0,-1 2-16 0,-3 1 0 0,-3 5-32 16,-5 2 0-16,-3 4 0 0,-5 4 0 0,-2 0 48 0,-21-3 0 0,32 20 0 15,-19-5 0-15,-2 5 784 0,-3 3 176 0,-5 5 16 0,-2 1 16 16,-4-1 608-16,-3 4 112 0,-5 0 32 0,-5 0 0 15,-4-2-464-15,-4-2-96 0,-2-1-16 0,-5-2 0 16,-2-1-992-16,-2-2-208 0,-1-4-32 0,-2-3-16 16,-1-1-880-16,-1-4-176 0,-1-3-48 0,2-5-11120 15</inkml:trace>
  <inkml:trace contextRef="#ctx0" brushRef="#br0" timeOffset="48666.3">22386 12024 3391 0,'-82'-69'144'0,"82"69"48"0,0 0-192 0,0 0 0 16,0 0 0-16,0 0 0 0,-7-19 2816 0,7 19 544 15,4-28 96-15,3 11 32 0,5 0-160 0,4 1-48 16,2 2 0-16,5 2 0 0,2 4-1392 0,1 2-288 15,2 3-48-15,3 3-16 0,1 0-528 0,1 2-112 16,0 1-32-16,0-1 0 0,0 0-336 0,-1 0-64 16,-3-1-16-16,-1-2 0 15,-2-1-1392-15,-1-1-272 0,-2 0-64 0,0-3-14336 0</inkml:trace>
  <inkml:trace contextRef="#ctx0" brushRef="#br0" timeOffset="48917">23327 11093 23039 0,'0'0'2048'0,"0"0"-1648"0,0 0-400 0,0 0 0 15,0 0 3504-15,0 0 608 0,0 0 128 0,-16 22 32 16,16-22-2992-16,-11 41-608 0,5-5-112 0,-2 10-32 16,3 9-352-16,-1 4-176 0,3 5 160 0,-2 1-160 15,1 4 0-15,1 1-240 0,0 4 32 0,0 2 0 16,0-5-96-16,0-2-16 0,2-5 0 0,0-5 0 15,0-2 64-15,1-7 0 0,0-5 0 0,0-7 0 16,1-5 256-16,-2-5 0 0,0-6 0 0,1-22 0 16,-2 28-160-16,2-28 32 0,0 0 0 0,0 0 0 15,0 0-800-15,0 0-160 0,-19-33-16 0,11 4-9280 16,-2-6-1856-16</inkml:trace>
  <inkml:trace contextRef="#ctx0" brushRef="#br0" timeOffset="49043.08">23005 11445 30399 0,'0'0'1344'0,"0"0"288"0,0 0-1312 0,0 0-320 16,0 0 0-16,0 0 0 0,0 0 1664 0,16 21 272 16,-16-21 48-16,30 29 16 0,-4-6-1328 0,6 3-272 15,7 0-48-15,5-2-16 16,3 0-1104-16,5 0-208 0,2-3-48 0</inkml:trace>
  <inkml:trace contextRef="#ctx0" brushRef="#br0" timeOffset="49176.73">24001 11810 29487 0,'0'0'2624'0,"9"21"-2112"0,-9-21-512 0,0 0 0 0,0 0 2880 0,0 0 448 0,0 0 112 0,0 0 16 16,0 0-2976-16,0 0-480 0,0 0-320 0</inkml:trace>
  <inkml:trace contextRef="#ctx0" brushRef="#br0" timeOffset="49667.86">24126 9954 34095 0,'0'0'3024'0,"0"0"-2416"0,0 0-480 0,0 0-128 15,0 0 1520-15,0 0 272 0,0 0 64 0,0 0 16 16,0 0-1392-16,0 0-288 0,-17 28-48 0,7-2-16 15,-2 10-128-15,-6 11 0 0,-4 8 0 0,-5 7 0 16,-4 2-288-16,-3 2 16 0,-3-1 0 0,-2-2 0 16,2-2-1104-16,0-8-224 0,3-8-32 0,4-12-16 15,4-9-2240-15,5-13-448 0</inkml:trace>
  <inkml:trace contextRef="#ctx0" brushRef="#br0" timeOffset="49803.04">23885 10025 38703 0,'0'0'1712'0,"0"0"352"0,16 21-1648 0,-16-21-416 16,0 0 0-16,10 36 0 0,-10-36 576 0,9 38 48 15,2-2 0-15,5 16 0 0,4 12-368 0,6 7-64 16,3 2 0-16,1 1-12432 16,2-6-2480-16</inkml:trace>
  <inkml:trace contextRef="#ctx0" brushRef="#br0" timeOffset="50077.32">24270 11372 37775 0,'0'0'1664'0,"0"0"368"15,-8 21-1632-15,8-21-400 0,0 0 0 0,-10 21 0 0,10-21 320 0,-12 28 0 16,-1-4-16-16,-6 12 0 0,-5 9-48 0,-3 5 0 16,0-3 0-16,0 1 0 15,2-8-1392-15,-1-2-272 0</inkml:trace>
  <inkml:trace contextRef="#ctx0" brushRef="#br0" timeOffset="50229.03">24230 11417 46991 0,'16'30'2080'0,"-5"-6"432"0,1 2-2000 0,-2-2-512 16,-2-7 0-16,-8-17 0 15,21 40-400-15,-1-2-176 0</inkml:trace>
  <inkml:trace contextRef="#ctx0" brushRef="#br0" timeOffset="53482.78">12606 12042 26719 0,'0'0'2368'0,"31"6"-1888"15,-31-6-480-15,0 0 0 0,38 2 208 0,-38-2-48 16,58 2-16-16,2-2 0 0,19-2-144 0,12-3 0 15,-2-4 144-15,-2-1-144 0,-6-4 0 0,-5-3 0 16,-7-2 0-16,-9 2 0 0,-5-1 0 0,-8 5 224 16,-2 2-32-16,-9 2 0 0,-5 3 128 0,-5 0 0 15,-26 6 16-15,33-12 0 0,-33 12-160 0,0 0-48 16,0 0 0-16,0 0 0 0,0 0-128 0,-12-17 0 16,-8 12 144-16,-6 3-144 0,-5-3 0 0,-7-2 0 0,-2 3 0 0,-6-1 0 31,-5 4-1440-31,-3-1-304 0,-2 7-64 0,1 1-16 15,1 3-432-15,4 2-96 0,4 3-16 0,6-2 0 0,5 3 3920 0,7-1 784 0,8 1 160 0,4-2 16 16,7-1 384-16,9-12 80 0,-4 24 16 0,4-24 0 16,16 24-1904-16,-16-24-368 0,43 25-80 0,-12-13 0 15,4-2-640-15,10-1-256 0,8 1 0 0,5-4 16 16,2 0-272-16,3-2-64 0,3-1-16 16,2-1 0-16,-1-2-704 0,-2-2-144 0,1 1-32 0,-6-3 0 15,-7-1-384-15,-2-2-64 0,1-2-32 0,-6-1 0 16,-5 1 864-16,-6-1 160 0</inkml:trace>
  <inkml:trace contextRef="#ctx0" brushRef="#br0" timeOffset="58984.46">2025 10480 6447 0,'0'0'576'0,"-9"-1"-576"16,9 1 0-16,0 0 0 0,0 0 1008 0,0 0 80 16,-5-1 32-16,5 1 0 0,0 0-192 0,0 0-32 15,0 0-16-15,0 0 0 0,0 0-528 0,-7 2-96 16,7-2-32-16,0 0 0 0,0 0 16 0,-7 0 0 0,7 0 0 16,-9 2 0-16,9-2 320 0,-10 5 64 15,4-2 16-15,-2 1 0 0,2 4 80 0,-3 0 32 16,2 2 0-16,-1 5 0 0,-1 2-176 0,1 4-48 0,0 4 0 15,0 2 0-15,2 6-144 0,0 3-16 0,2 4-16 0,3-2 0 16,0 0-352-16,3 2 0 0,1-2 0 0,3-3 0 31,1-6-640-31,2-1-192 0,4-4-32 0,-13-24-16 16,32 38 368-16,-32-38 80 0,40 24 16 0,-40-24 0 0,47 9 784 0,-47-9 144 0,56-7 48 0,-26-5 0 16,1-2 368-16,1-7 80 0,6-9 16 0,-1-4 0 15,-1 0 176-15,-2-3 32 0,-1-1 16 0,-4-2 0 16,-2 2-544-16,-4-1-128 0,-2 4 0 0,-5-3-16 15,-2 4 0-15,-2-6 0 0,0-5 0 0,-5 0 0 16,-1 7-304-16,-6 2-48 0,0 4-16 0,-5 5 0 0,-3 2-192 0,-3 5 176 16,-2 2-176-16,-2 4 160 0,-5 1 176 0,-1 2 48 15,2 3 0-15,-5 4 0 0,-4 2-384 0,-2 4 0 16,-4 4 0-16,2 2 0 16,2 4-368-16,1 1-144 0,2 2-16 0,3-1-16 0,3 0 144 0,5-2 16 15,3 2 16-15,3-2 0 16,4 0-720-16,6-12-128 0,-7 27-48 0,7-27 0 15,5 25-1216-15,-5-25-240 0</inkml:trace>
  <inkml:trace contextRef="#ctx0" brushRef="#br0" timeOffset="59599.96">1765 12517 7359 0,'-10'4'656'0,"2"-3"-528"15,2 1-128-15,6-2 0 0,-6 2 2048 0,6-2 384 0,0 0 80 0,0 0 16 16,0 0-1568-16,5 21-320 0,-5-21-64 0,20 19-16 15,-20-19-560-15,38 17-304 0,-38-17 48 0,61 12 0 16,-24-7 256-16,3-1 256 0,4-1-64 0,2-3 0 16,3 0 688-16,1-3 128 0,2 1 16 0,1 0 16 15,0-5-640-15,-4 2-128 0,-2-5-16 0,-4 1-16 16,0-1-240-16,-3-2 0 0,-3-1 0 0,-3 1-160 16,-3 2 160-16,-1-2 0 0,-1 0 0 0,-29 12-128 15,47-21-304-15,-47 21-48 0,30-19-16 0,-30 19 0 16,0 0-800-16,23-19-176 0</inkml:trace>
  <inkml:trace contextRef="#ctx0" brushRef="#br0" timeOffset="59800.07">2534 12517 11055 0,'-22'16'480'0,"8"-6"112"0,0 2-464 0,3-3-128 16,6-1 0-16,5-8 0 0,-12 16 992 0,0 3 176 16,-7 10 48-16,-2 9 0 0,0 6 576 0,6 5 112 15,3 3 16-15,4 4 16 0,3 5-816 0,2 6-160 16,2 1-48-16,1 3 0 0,3 3 160 0,0 0 16 15,0-3 16-15,2-5 0 0,1-4-336 0,2-4-64 16,1-2 0-16,0-5-16 0,2-5-864 0,-2-8-160 16,-1-5-48-16,0-9 0 15,-8-24-912-15,13 30-192 0,-13-30-48 0,0 0-10592 0</inkml:trace>
  <inkml:trace contextRef="#ctx0" brushRef="#br0" timeOffset="60205.95">2767 10523 36863 0,'-8'-1'3264'0,"8"1"-2608"16,0 0-528-16,0 0-128 0,0 0 0 0,0 0 0 16,0 0 0-16,0 0 0 15,0 0-1920-15,0 0-272 0,6 27-48 0,-6-27-11824 0</inkml:trace>
  <inkml:trace contextRef="#ctx0" brushRef="#br0" timeOffset="60349.37">2779 10769 23039 0,'-10'5'1024'0,"3"-1"192"0,0-1-960 0,7-3-256 0,0 0 0 0,-6 3 0 15,6-3 848-15,0 0 128 0,0 0 32 0,0 0 0 16,0 0-1616-16,0 0-320 0</inkml:trace>
  <inkml:trace contextRef="#ctx0" brushRef="#br0" timeOffset="60769.41">2837 12932 12895 0,'-11'12'1152'0,"2"-5"-928"0,2 0-224 0,7-7 0 16,0 0 4688-16,-5 6 896 0,5-6 176 0,0 0 48 16,0 0-5808-16,0 0-1328 0</inkml:trace>
  <inkml:trace contextRef="#ctx0" brushRef="#br0" timeOffset="60911.11">3028 13117 16575 0,'-11'13'1472'0,"3"-5"-1168"15,1-3-304-15,7-5 0 0</inkml:trace>
  <inkml:trace contextRef="#ctx0" brushRef="#br0" timeOffset="62924.92">3392 10131 21183 0,'-12'-2'1888'0,"3"2"-1504"15,3 2-384-15,6-2 0 0,-5 1 2240 0,5-1 384 16,-14 7 80-16,-2 0 16 0,-3 3-1440 0,-1 3-304 15,1 4-48-15,2 2-16 0,3 2-912 0,3 3-272 16,2 1-16-16,1 0 0 16,0 3-1376-16,1 0-288 0,-1-2-48 0,-1-1-16 15,0 1 592-15,0-1 112 0,0-3 32 0,1 0 0 0,-1-4 736 0,3-3 160 0,6-15 16 0,-7 23-8784 16</inkml:trace>
  <inkml:trace contextRef="#ctx0" brushRef="#br0" timeOffset="63095.02">3422 10136 20271 0,'0'0'1792'16,"0"0"-1424"-16,0 0-368 0,0 0 0 16,0 0 1456-16,0 0 208 0,15 33 64 0,-15-33 0 15,22 41-1232-15,-6-15-240 0,0 4-64 0,-2-3 0 16,0-2-928-16,-14-25-192 0,23 46-32 0</inkml:trace>
  <inkml:trace contextRef="#ctx0" brushRef="#br0" timeOffset="63681.53">3288 10473 3679 0,'0'0'320'16,"0"0"-320"-16,0 0 0 0,0 0 0 0,0 0 880 0,0 0 96 16,0 0 32-16,0 0 0 0,0 0-1008 0,0 0 0 15,0 0-256-15,0 0 48 0,0 0 208 0,0 0 0 16,0 0 0-16,26 19 0 0,-26-19 0 0,0 0 0 0,0 0 0 16,0 0 0-16,0 0 1232 0,0 0 240 0,0 0 64 0,-1-10 0 15,1 10 880-15,0 0 176 0,1-9 32 0,-1 9 16 16,0 0-800-16,0 0-176 0,0 0-16 0,0 0-16 15,19-12-1008-15,-19 12-208 0,0 0-32 0,0 0-16 16,0 0-608-16,0 0-112 0,32 12-32 0,-32-12 0 31,0 0-1408-31,0 0-272 0,6 31-64 0,-6-31-16 16,-8 28 160-16,0-9 16 0,-1 5 16 0,-2-1 0 0,-1 1 480 0,-2 0 80 0,-1-2 32 0,0-2 0 16,0-2 1360-16,2-2 288 0,1-4 48 0,1-2 16 15,3-2 1008-15,8-8 208 0,-8 6 32 0,8-6 16 16,0 0 32-16,0 0 0 0,0 0 0 0,11-12 0 15,-11 12-352-15,16-14-64 0,-16 14-16 0,24-20 0 16,-10 6-800-16,-14 14-160 0,28-21-48 0,-28 21 0 0,33-19-208 0,-33 19 0 16,31-17 0-16,-31 17-160 0,0 0-160 0,34-2-16 15,-34 2-16-15,0 0 0 16,0 0-448-16,17 33-96 0,-17-33 0 0,-2 26-16 0,2-26 592 0,-8 31 112 16,3-16 16-16,0-1 16 0,5-14 1056 0,-10 26 208 15,10-26 32-15,-11 23 16 0,11-23-16 0,-11 19 0 16,11-19 0-16,-8 17 0 0,8-17-336 0,0 0-64 15,0 0-16-15,0 0 0 0,0 0 64 0,0 0 0 16,0 0 0-16,0 0 0 0,0 0-256 0,0 0-64 16,0 0 0-16,0 0 0 0,0 0-448 0,33-6 0 15,-33 6-128-15,19-15 128 16,-19 15-1216-16,26-29-144 0,-10 12-32 0,0-7-12912 0</inkml:trace>
  <inkml:trace contextRef="#ctx0" brushRef="#br0" timeOffset="64300.84">3724 10115 29487 0,'-16'-3'1296'0,"5"0"288"0,1 0-1264 0,4 2-320 0,6 1 0 0,0 0 0 16,0 0 640-16,-7-2 64 0,7 2 0 0,-7-2 16 15,7 2-128-15,0 0-16 0,0 0-16 0,0 0 0 16,0 0-560-16,14 26-192 0,-14-26 0 0,19 29 0 15,-19-29-608-15,19 37-112 0,-19-37-32 0,17 41 0 16,-8-15-496-16,-1 2-96 0,0 2-32 0,-3-1 0 16,1 0-288-16,-2-2-64 0,-3-2-16 0,-1-25 0 15,3 30 320-15,-3-30 64 0,0 0 16 0,0 0 0 0,0 0 1536 0,0 0 272 16,0 0 80-16,0 0 16 0,0 0 1040 0,0 0 224 16,0 0 32-16,0 0 16 0,0 0-160 0,0 0-48 15,22 24 0-15,-22-24 0 0,0 0-400 0,0 0-96 16,28 14-16-16,-28-14 0 0,0 0-720 0,0 0-240 15,23 24 128-15,-23-24-128 0,0 0-224 0,0 0-96 16,4 24-32-16,-4-24 0 16,-6 17-1136-16,-2-3-240 0,-3 2-32 0,-3-3-16 15,-2 1 368-15,1 0 64 0,-1-2 0 0,-1 0 16 0,2-3 848 0,2 0 160 16,1-3 48-16,4-2 0 0,1-2 1936 0,7-2 400 16,0 0 80-16,0 0 16 0,0 0 368 0,0 0 80 0,9-12 16 0,-9 12 0 15,20-18-1504-15,-20 18-288 0,31-24-64 0,-13 7-16 16,3-4-576-16,2-1-176 0,2-4 0 0,1-4 0 15,2-1 0-15,-2 0 0 0,0-2 0 0,0 0 0 16,-2-1-320-16,-2-4 16 0,-1 0 16 0,-1-4 0 16,0-1-256-1,-3 0-48-15,-2 3-16 0,-2 0 0 16,-3 2 112-16,-2 0 32 0,-1 5 0 0,-3 6 0 0,-3 4 32 0,-1 6 16 0,-2 5 0 0,-1 3 0 16,-1 4 416-16,-1 3 0 0,-1 4 0 0,-2 3 0 15,-1 5 464-15,0 4 80 0,-1 7 16 0,-1 5 0 16,0 8-560-16,1 6 0 0,2 0-192 0,0 7 48 15,0 4 144-15,1 7-192 0,1 9 192 0,2 2-192 16,4-1 192-16,0 1 0 0,2-2 0 0,4-1 128 0,3 0-128 0,2-5 0 16,3-6-176-16,0-5 176 15,2-5-1024-15,-1-9-96 0,0-7-32 0,-15-29-10752 16</inkml:trace>
  <inkml:trace contextRef="#ctx0" brushRef="#br0" timeOffset="65118.13">4758 9859 12895 0,'-8'0'1152'0,"2"-1"-928"0,-2-1-224 0,8 2 0 16,0 0 5152-16,0 0 992 0,0 0 192 0,-10 8 32 15,10-8-4464-15,-8 21-896 0,3 0-176 0,1 10-48 16,2 5-1456-16,0 6-288 0,0 3-64 0,1 5-16 16,-1 7-1232-16,1 5-240 0,0 2-48 0,0-3-16 15,0-1 192-15,1-8 32 0,1-8 16 0,1-5 0 0,2-4 1728 16,1-4 352-16,1-4 64 0,-6-27 0 0,17 40 2080 0,-17-40 416 16,17 24 64-16,-17-24 32 0,0 0-480 0,30 13-112 15,-30-13-16-15,25-7 0 0,-25 7-1600 0,30-18-192 16,-14 4-288-16,2-8 64 15,2-4-1872-15,-1-8-368 0</inkml:trace>
  <inkml:trace contextRef="#ctx0" brushRef="#br0" timeOffset="65415.18">5046 10305 4607 0,'34'-97'192'0,"-28"80"64"0,-6 17-256 0,0 0 0 15,0 0 0-15,7-19 0 0,1-1 1712 0,0-8 288 16,2-2 64-16,-2 4 16 0,-5 6 1376 0,-3 9 256 16,0 11 64-16,-15 11 16 0,0 9-1680 0,-4 12-320 15,-2 7-80-15,-2 10-16 0,-1 8-1008 0,-2 3-208 16,-2 6-32-16,1-4-16 0,1-3-208 0,-1-2-32 0,0 7-16 0,2-6 0 15,2-2-176-15,2-11-144 0,1-7 144 16,3-10-208 0,-2-4-912-16,0-8-176 0,0-1-48 0,-1-6 0 15,1-2 144-15,-2-6 32 0,-2-2 0 0,-1-7 0 16,-1-5-1376-16,-1-4-272 0,0-8-48 0,-1-4-16 16,-1-2 192-16,0-8 16 0,2 0 16 0,2-2 0 0,2-2 1952 0,6 1 384 0,2 4 64 0,5 4 32 15,2 4 2864-15,4 6 576 0,1 6 112 0,2 3 32 16,3 4 16-16,-3 11 0 0,9-15 0 0,-9 15 0 15,0 0-768-15,27-15-160 0,-27 15-16 0,36-8-16 16,-36 8-1440-16,52-6-272 0,-20 4-64 0,4 0-16 16,3 2-624-16,0-3-288 0,1-1 32 0,1-2 0 15,0 2-1616-15,1-3-320 0</inkml:trace>
  <inkml:trace contextRef="#ctx0" brushRef="#br0" timeOffset="66166">4689 10397 14799 0,'0'0'320'0,"0"0"64"0,-10-2 0 0,10 2 64 0,0 0-448 0,0 0 0 0,0 0 0 0,0 0 0 16,0 0 2064-16,0 0 336 0,0 0 64 0,0 0 16 15,19-9-992-15,-19 9-192 0,21-10-32 0,-21 10-16 16,27-10-720-16,-27 10-144 0,31-9-16 0,-31 9-16 15,33-7-352-15,-33 7 0 0,34-5 0 0,-34 5 0 16,36-2 0-16,-36 2-240 0,37 0 48 0,-37 0 0 16,37 9-1040-16,-37-9-208 0,39 12-32 0,-39-12-9856 15</inkml:trace>
  <inkml:trace contextRef="#ctx0" brushRef="#br0" timeOffset="66749.98">5607 10848 30399 0,'0'0'1344'0,"-4"-10"288"0,4 10-1312 0,-5-12-320 0,5 12 0 0,0 0 0 15,-3-15 1216-15,1 4 160 0,-1-8 32 0,0-5 16 16,-1-4-608-16,0-1-128 0,2-1-32 0,-1-4 0 15,0 2-480-15,-1-4-176 0,1-2 0 0,-2-2 144 16,-1-4-144-16,-1-2 0 0,0-4-192 0,-3 0 192 16,0 2 0-16,0-4 0 0,0-2 0 0,-1 0 0 15,1 1 400-15,1 4 48 0,0 3 16 0,-1 4 0 16,1-1-160-16,-1 5-48 0,1 2 0 0,-1 2 0 16,2 7-256-16,0 1 160 0,-1 4-160 0,2 4 128 0,0 3-128 0,1 1 192 15,1 2-192-15,3 0 192 0,-1 3-192 0,1 1 0 16,2 8 0-16,3-11 0 15,-3 11-496-15,0 0-80 0,11-15 0 0,-11 15-16 16,16-16-528-16,-16 16-96 0,22-17-32 0,-22 17 0 0,24-21 704 0,-24 21 144 16,26-19 16-16,-26 19 16 0,21-10 368 0,-21 10 208 15,0 0-16-15,0 0-16 0,38 8 160 0,-38-8 48 16,15 26 0-16,-15-26 0 0,8 49-144 0,-9-17-32 16,-3 5 0-16,-4 2 0 0,-1 3-208 0,-5 6-192 15,-3 4 48-15,-3-2 0 0,-1-3-64 0,-1-7-16 16,0-7 0-16,2-4 0 0,0-8 80 0,2-4 16 15,0-3 0-15,1-7 0 16,1-2-1776-16,-1-5-336 0</inkml:trace>
  <inkml:trace contextRef="#ctx0" brushRef="#br0" timeOffset="66880.5">5322 9674 8287 0,'0'0'368'0,"25"-12"80"0,-25 12-448 0,0 0 0 0,0 0 0 0,29-4 0 15,-29 4 1920-15,0 0 288 0,42 11 64 0,-42-11 16 16,56 21 416-16,-27-4 96 0,-1 2 16 0,-1 2 0 15,-1 0-320-15,-1 1-64 0,0 2-16 0,-1 0 0 16,1 0-3152-16,0 1-624 0</inkml:trace>
  <inkml:trace contextRef="#ctx0" brushRef="#br0" timeOffset="74004.78">3476 12465 33167 0,'0'0'2944'0,"-7"-1"-2352"15,7 1-464-15,0 0-128 0,0 0 816 0,0 0 144 16,0 0 16-16,-9 17 16 0,9-17-480 0,-5 31-80 16,5-9-32-16,1 7 0 15,2 6-928-15,3 6-192 0,1 3-48 0,1 2 0 16,0 3-768-16,2 3-176 0,0 5-16 0,1-1-16 15,-2-5-496-15,-4-7-112 0,0-8-16 0,-2-5 0 16,-1-5 592-16,-2-3 112 0,0-3 32 0,0-20-3488 16,-2 26-704-16</inkml:trace>
  <inkml:trace contextRef="#ctx0" brushRef="#br0" timeOffset="74200.53">3559 12569 35007 0,'-9'9'1552'0,"3"-4"320"0,-1 0-1488 0,7-5-384 0,0 0 0 0,0 0 0 15,0 0 512-15,-2 19 16 0,2-19 16 0,0 0 0 16,18 33-832-16,-18-33-160 0,28 21-48 16,-28-21 0-16,37 15-656 0,-37-15-144 0,43 9-32 0,-43-9-8304 15,41-2-1664-15</inkml:trace>
  <inkml:trace contextRef="#ctx0" brushRef="#br0" timeOffset="74402.75">3539 12790 11055 0,'-7'3'976'0,"7"-3"-784"16,-7 3-192-16,7-3 0 0,0 0 1744 0,0 0 304 16,0 0 64-16,0 0 16 0,0 0-464 0,0 0-80 15,0 0-32-15,25-16 0 0,-25 16-272 0,32-16-64 16,-32 16-16-16,39-17 0 0,-39 17-368 0,39-18-80 15,-39 18-16-15,40-13 0 0,-40 13-384 0,37-10-80 16,-37 10-16-16,0 0 0 0,39-4-256 0,-39 4 0 16,0 0-128-16,0 0 128 15,0 0-1312-15,14 24-160 0,-18-10-48 0</inkml:trace>
  <inkml:trace contextRef="#ctx0" brushRef="#br0" timeOffset="74915.7">3454 13067 6447 0,'-11'5'576'15,"2"-1"-576"-15,9-4 0 0,-6 3 0 0,6-3 2272 0,0 0 352 0,-9 4 64 0,0 0 0 16,0 1-416-16,0-1-96 0,9-4 0 0,0 0-16 16,0 0-784-16,0 0-160 0,0 0-16 0,40-13-16 15,-40 13-576-15,40-16-112 0,-40 16-32 0,50-19 0 16,-50 19 96-16,56-22 16 0,-26 13 0 0,-30 9 0 16,56-21-192-16,-56 21-48 0,53-19 0 0,-53 19 0 15,44-21-336-15,-44 21 0 0,29-15 0 0,-29 15-128 16,0 0-640-16,0 0-128 0,0 0-32 0,0 0 0 15,-6 36-1040-15,-11-10-208 0,-3 5-32 0,-6 7-16 16,-1 3-464-16,-2 6-80 0,-1 2-32 0,-2 3 0 0,0 3 1968 0,3-3 384 16,3 0 64-16,3-1 32 0,5-7 2592 0,3 3 512 15,3 1 96-15,4-1 32 0,3 1-640 0,3-1-112 16,4-7-16-16,4-7-16 0,0-9-1056 0,-6-24-208 16,18 27-32-16,-18-27-16 0,0 0-192 0,33 0-32 15,-33 0-16-15,24-15 0 0,-5-5-224 0,4-12-64 16,1-3 0-16,-1-6 0 0,0-2 384 0,-3-4 64 15,0-3 0-15,-1-2 16 0,0 0-176 0,-4 2-32 16,0 3-16-16,-4 1 0 0,0 2-496 0,-2 3 128 16,-2 6-128-16,-1 4 0 0,-2 7 0 0,-2 5 0 15,-2 19-192-15,-1-19 192 0,1 19-384 0,0 0 48 16,-9-5 0-16,2 12 0 16,-1 0-880-16,-2 5-192 0,-1 5-16 0,-1 4-16 15,2 2 384-15,-2 2 80 0,0 3 16 0,1 0 0 0,1-2 1376 0,1-2 288 0,2 2 48 0,3-4 16 16,2 0 48-16,3-2 16 0,2-3 0 0,-3-17 0 15,14 27 0-15,-14-27 0 0,28 21 0 0,-28-21 0 16,37 17-336-16,-37-17-64 0,48 8-16 0,-48-8 0 16,51-2-416-16,-51 2-320 0,61-14 48 0,-26 2-16528 15</inkml:trace>
  <inkml:trace contextRef="#ctx0" brushRef="#br0" timeOffset="75119.6">4385 13302 37775 0,'-15'18'1664'0,"5"-6"368"0,0 0-1632 0,4-2-400 16,6-10 0-16,0 0 0 0,0 0 0 0,-3 19 0 15,3-19 0-15,3 25-11200 16,-3-25-2192-16</inkml:trace>
  <inkml:trace contextRef="#ctx0" brushRef="#br0" timeOffset="75812.57">4700 12336 33167 0,'0'0'2944'0,"-8"-2"-2352"16,8 2-464-16,0 0-128 0,0 0 1216 0,0 0 208 16,0 0 48-16,-8 10 16 0,8-10-1168 0,-7 19-320 15,3-3 128-15,1 2-128 16,-1 4-1360-16,-1 2-320 0,-2 3-64 0,-3 1-16 15,-1 2-1728-15,-3 2-352 0,-4 1-64 0,-2-3 0 16,2-6 912-16,3-6 192 0,1-5 48 0,2-1 0 0,1-5 3200 0,3-2 640 0,1-4 128 0,7-1 16 16,0 0 1840-16,0 0 352 0,0 0 80 0,0 0 16 15,0 0-1472-15,0 0-272 0,0 0-64 0,38 6-16 16,-38-6-1056-16,37 17-224 0,-37-17-32 0,41 26-16 16,-41-26-192-16,42 44-48 0,-21-15 0 0,-1 8 0 15,0 6-128-15,-3 5 0 0,-2 4 0 0,-3 7 0 16,-1 5-448-1,-4 3 0-15,-1 2-16 0,-4-7 0 0,-2-4-128 0,-2-8-32 0,-2-4 0 0,-1-9 0 16,1-7 432-16,-2-5 192 0,0-6-160 0,-1-5 160 16,2-5 0-16,5-9-144 0,-11 6 144 0,5-9 0 15,-1-4-1136-15,0-7-144 0,-1-6-16 0,0-4-16 16,2-8-800-16,-1-4-144 0</inkml:trace>
  <inkml:trace contextRef="#ctx0" brushRef="#br0" timeOffset="75974">4665 12811 2751 0,'0'0'256'0,"4"-19"-256"16,-4 19 0-16,0 0 0 0,0 0 1744 0,5-17 304 16,-5 17 64-16,0 0 16 0,0 0 608 0,16-20 112 15,-16 20 32-15,0 0 0 0,22-20-416 0,-22 20-80 16,0 0-16-16,30-12 0 0,-30 12-880 0,0 0-176 16,39 2-32-16,-39-2-16 0,0 0-752 0,36 19-128 15,-36-19-48-15,24 31 0 16,-15-10-1184-16,-1 3-240 0,-2 7-64 0,-2 5-8544 15,-2 4-1712-15</inkml:trace>
  <inkml:trace contextRef="#ctx0" brushRef="#br0" timeOffset="76384.1">4800 13216 17215 0,'0'0'384'0,"0"0"64"0,0 0 32 0,-5 7 0 0,-3 0-480 0,-4 3 0 0,-4 4 0 0,-5 2 0 15,3-4 3072-15,3-9 512 0,5-3 96 0,6-9 32 16,4 9-1808-16,4-31-368 0,4 12-64 0,3-5 0 16,4-2-1120-16,1-2-224 0,3-1-128 0,2 0 160 15,2 1-480-15,-2 4-80 0,-1 3-32 0,1 2 0 16,-2 3-1216-16,-19 16-240 0,32-27-48 0,-32 27-16 15,23-14-64-15,-23 14-16 0,0 0 0 0,0 0 0 16,0 0 1008-16,0 0 192 0,26 15 32 0,-26-15 16 0,-4 25 784 0,1-9 144 16,-2 4 48-16,-2-1 0 15,2 5 1056-15,-3 2 224 0,1 2 32 0,1 1 16 0,1-4 144 0,-1 2 48 16,2 5 0-16,-1 0 0 0,1 1-496 0,2 0-112 16,-1-4-16-16,0-3 0 0,1-5-704 0,0-3-128 15,1-3-48-15,0-1 0 0,1-14-208 0,0 20 144 16,0-20-144-16,0 0 128 0,0 0 256 0,0 0 32 15,0 0 16-15,11-24 0 0,-11 24-432 0,15-38 0 16,-5 14 0-16,2-3 0 0,1-3 0 0,1 2 0 16,0 1-224-16,-1 2 80 0,0 6 144 0,2 0 144 15,-15 19-16-15,30-27-128 0,-30 27 0 0,29-18 0 16,-29 18 0-16,0 0 0 0,41-8 0 0,-41 8 0 16,0 0 0-16,31 12 0 15,-31-12-688-15,13 22-80 0,-13-22-32 0,4 26 0 16,-4-26-224-16,-6 24-32 0,1-10-16 0,-4-4 0 15,0 1 288-15,-2-4 48 0,-1 0 16 0,-1-4 0 16,1-1-816-16,-1-4-176 0,0-3-16 0,1-4-8368 0</inkml:trace>
  <inkml:trace contextRef="#ctx0" brushRef="#br0" timeOffset="76950.45">5188 12828 9215 0,'0'0'400'0,"0"0"96"0,0 0-496 0,0 0 0 0,0 0 0 0,-6 0 0 16,6 0 2064-16,0 0 320 0,-6 14 64 0,1-2 16 16,0 4-400-16,-1 3-80 0,1 5 0 0,0-1-16 0,0 5-1184 0,1-1-224 15,0-1-48-15,1-2-16 16,0-3-496-16,2-2 128 0,-2-4-128 0,3-15 0 0,-5 18 0 0,5-18-128 16,0 0 128-16,-7 5-208 0,7-5 208 0,-5-7 240 15,5 7-48-15,-5-19-16 0,4 5 528 0,0-3 96 16,2-4 32-16,2-3 0 0,3-5 112 0,2 0 16 15,3-1 16-15,2-1 0 0,1 2-368 0,3 1-80 16,2-2-16-16,4 4 0 0,2 2 80 0,2 3 16 16,-1 2 0-16,2 4 0 0,-1 4-144 0,-27 11-16 15,50-12-16-15,-50 12 0 0,47 4-432 0,-47-4 0 16,43 16 0-16,-43-16 0 16,38 31-256-16,-38-31-144 0,29 38-32 0,-18-16 0 0,-2 4 32 0,-2 0 0 15,-2 3 0-15,-5-3 0 0,-2 0 400 0,-4-2-128 16,-1-1 128-16,-4-1 0 0,0-4 0 0,0-3 0 15,0-1 144-15,-2-2-144 0,-3-3 0 0,0-4 0 16,0-2 0-16,-1-6 0 0,0-4 0 0,0-5-352 0,-2-2 48 0,2-12 16 31,0-2-1152-31,1-8-224 0,2 2-64 0,-1-10 0 16,0-6 256-16,0-5 64 0,3-2 0 0,1-2 0 16,1 0 704-16,4 0 128 0,1 3 48 0,2 0 0 0,2 2 224 0,1 4 48 0,2 5 16 0,2 7 0 15,0 9 240-15,1 4 0 0,-1 5 0 0,-4 20 0 16,8-21 896-16,-8 21 192 0,0 0 16 0,0 0 16 15,0 0 32-15,0 0 16 0,26 26 0 0,-20-2 0 16,0 9-416-16,0 3-96 0,1 9-16 0,-2 6 0 16,2 9 224-16,-1 9 32 0,2 9 16 0,-2 3 0 15,0-3-192-15,1 10-32 0,0 6-16 0,3 4 0 16,-1 2-528-16,0-2-144 0,3-2 0 0,-1-8 0 0,1-8-256 16,0-2-112-16,2-3-16 0,1-12-10592 15,2-11-2112-15</inkml:trace>
  <inkml:trace contextRef="#ctx0" brushRef="#br0" timeOffset="77120">6227 13390 44223 0,'-23'21'3936'0,"2"-3"-3152"0</inkml:trace>
  <inkml:trace contextRef="#ctx0" brushRef="#br0" timeOffset="91546.6">9148 7137 17503 0,'0'0'1552'0,"-14"-5"-1232"0,14 5-320 0,0 0 0 16,0 0 704-16,-11-2 96 0,11 2 16 0,-19-7 0 15,4 2 1168-15,-3 1 224 0,2-1 48 0,1 1 16 16,3 1-736-16,1 2-160 0,1-1-32 0,2 2 0 16,8 0-768-16,-12 5-144 0,12-5-48 0,-7 13 0 15,7-13-736-15,2 27-160 0,4-5-16 0,1 4-16 16,1 4-2496-16,3 6-496 0</inkml:trace>
  <inkml:trace contextRef="#ctx0" brushRef="#br0" timeOffset="91637.27">9188 7652 3679 0,'0'0'160'0,"0"0"32"0,-4 20-192 0,4-20 0 16,0 0 0-16,0 0 0 0,0 0 464 0,0 0 48 16</inkml:trace>
  <inkml:trace contextRef="#ctx0" brushRef="#br0" timeOffset="92148.3">9265 7064 14735 0,'0'0'1312'0,"0"0"-1056"0,27 9-256 0,-27-9 0 16,0 0 0-16,27 7 0 0,-27-7 0 0,57 14 0 15,-9-4 0-15,7 0 0 0,3-4 128 0,-2-1-128 16,0-2 304-16,-1-1 0 0,4 2 0 0,-2-3 0 0,-2-1-304 16,-2 0 0-16,1-3 0 0,0 1 0 0,3-3 0 15,1 3 0-15,2-1 0 0,-3 1 0 0,0-2 0 0,0-1 0 16,3 2 0-16,0 1 0 0,0 0 0 16,-1-1 0-16,-3 1 0 0,-1 2 0 0,-3-1 0 0,0 2-256 15,-2 3 64-15,-3-1 0 0,-1 2-144 0,-6 2-32 16,-5-1 0-16,-5 2 0 0,-2 1 368 0,-4-2 0 15,-24-7 0-15,39 23 0 0,-39-23 160 0,32 25 48 16,-32-25 16-16,25 26 0 0,-25-26 928 0,19 30 192 16,-19-30 48-16,20 36 0 0,-10-13-32 0,-1 3 0 15,1 3 0-15,-1 3 0 0,-2 1-800 0,1 2-176 16,-3 3-16-16,0 0-16 0,-1 2-352 0,-1 1 128 16,0-1-128-16,0-2 0 0,-1 3 0 0,0-6 0 15,-1-2 0-15,-1-2 0 0,1-5 0 0,-2 0 0 0,-1-3 0 16,-1-3 0-16,3-20 128 0,-8 28 0 0,8-28 0 0,-13 24 0 15,13-24 0-15,-20 14 16 0,20-14 0 0,-24 12 0 16,8-10-304-16,-1-4-64 0,-2 2-16 0,-4-7-11536 16</inkml:trace>
  <inkml:trace contextRef="#ctx0" brushRef="#br0" timeOffset="92682.45">10582 7782 7359 0,'-17'7'656'0,"5"-2"-528"0,1-3-128 0,11-2 0 16,-11 8 1952-16,11-8 352 0,0 0 80 0,0 0 16 15,-16 16-480-15,16-16-80 0,-11 19-32 0,11-19 0 16,2 23-544-16,-2-23-112 0,15 22-32 0,-15-22 0 16,25 19-640-16,-25-19-128 0,35 16-32 0,-35-16 0 0,37 8-320 0,-37-8 0 15,34 5-192-15,-34-5 64 16,35 2-320-16,-35-2-48 0,36 0-16 0,-36 0 0 16,35-2 64-16,-35 2 16 0,32-1 0 0,-32 1 0 0,28 0 64 0,-28 0 16 15,28 1 0-15,-28-1 0 0,25 2 352 0,-25-2 0 16,0 0 0-16,33 4 0 0,-33-4 0 0,0 0 0 15,0 0 0-15,27 10 0 0,-27-10 0 0,0 0 0 16,0 0-144-16,0 0 144 0,21 19 0 0,-21-19 0 16,0 0 0-16,0 0 0 0,0 0 0 0,0 0 0 15,18 19 0-15,-18-19 0 0,0 0-256 0,0 0 64 16,0 0 16-16,0 0 0 0,0 0 16 0,0 0 0 16,0 0 0-16,24 9 0 0,-24-9 160 0,0 0 144 15,0 0-16-15,0 0-128 0,0 0 384 0,0 0-16 16,0 0-16-16,0 0 0 0,0 0 336 0,0 0 64 0,0 0 16 0,0 0 0 15,0 0-368-15,0 0-64 0,0 0-16 0,0 0 0 16,0 0-320-16,0 0 0 0,0 0 0 0,0 0 128 16,0 0-128-16,19 15 0 0,-19-15 0 0,0 0 0 15,0 0-288-15,0 0-32 0,0 0 0 0,0 0 0 32,0 0-544-32,0 0-112 0,0 0-32 0,0 0 0 15,0 0 368-15,0 0 80 0,0 0 16 0,0 0 0 0,0 0 400 0,0 0 144 0,0 0 0 0,0 0-144 16,0 0 144-16,0 0 0 0,0 0 128 0,0 0-128 15,0 0 128-15,0 0-128 0,0 0 160 0,0 0-160 16,0 0 176-16,0 0-176 0,0 0 192 0,-13 0-192 0,13 0 0 16,0 0 0-16,-8 12 0 0,8-12 0 15,0 0-288-15,-11 23 32 0,11-23 16 0,-10 19 0 16,10-19-640-16,-10 24-128 0,10-24-16 0,-9 23-4192 16,9-23-832-16</inkml:trace>
  <inkml:trace contextRef="#ctx0" brushRef="#br0" timeOffset="99550.82">8832 9491 20271 0,'0'0'1792'0,"-16"1"-1424"0,16-1-368 0,0 0 0 15,0 0 1168-15,0 0 176 0,-15 4 16 0,5 0 16 16,-1 0-128-16,0 2-32 16,11-6 0-16,-16 15 0 0,16-15-896 0,-7 19-176 0,7-19-144 0,1 28 192 15,2-9-192-15,1 5-144 0,0 2 144 0,0 5-208 16,1 2-16-16,-1 2 0 0,2 6 0 0,0-1 0 31,-1 1-480-31,3 3-112 0,-1 4-16 0,0-3 0 16,-1 1-128-16,0-2-16 0,-1-2-16 0,1-4 0 15,-3-5 448-15,2-4 96 0,-1-3 0 0,-1-5 16 0,-3-21 432 0,3 26 144 0,-3-26 0 0,0 0 0 16,0 0 624-16,0 0 128 0,0 0 32 0,0 0 0 16,0 0-272-16,0 0-48 0,0 0-16 0,0 0 0 15,21-16-592-15,-18-3-288 0,1 0 32 0,0-7 0 16,0-10-864-16,1-8-160 0,2-8-48 0</inkml:trace>
  <inkml:trace contextRef="#ctx0" brushRef="#br0" timeOffset="100338.17">8757 9408 11055 0,'-11'-2'976'0,"11"2"-784"0,-16-4-192 0,16 4 0 0,0 0 1952 0,0 0 352 16,0 0 64-16,-6-10 0 0,6 10-1552 0,0 0-320 16,0 0-64-16,24-20-16 0,-24 20-416 0,40-9 128 15,-13 5-128-15,6 1 0 0,2 1 0 0,6 0 0 16,3 4-192-16,3 0 192 15,2 1-800-15,0 2-32 0,-1-1-16 0,0 0 0 16,0-1-112-16,3 0 0 0,3-3-16 0,3 0 0 0,1-3 704 0,1-2 144 0,-2-4 128 16,2 2-192-16,0-1 1216 0,4 0 224 0,3 2 48 0,1-1 16 15,-2-2 944-15,2-1 192 0,2 1 48 0,0 2 0 16,0 0-928-16,-3 0-176 0,-2-1-48 0,-1 4 0 16,1 1-976-16,-2 1-208 0,-1 4-32 0,-4-1-128 15,-3 1 0-15,-4 0 0 0,-1 3 0 0,-2 1 0 16,0 2-176-16,-5 1 176 0,-3-1-192 0,-4 1 192 15,-3-2-160-15,-3 1 160 0,-2-2-128 0,-1 0 128 16,-1 0 0-16,-1-1 0 0,0 0 0 0,-24-5 0 16,42 10 0-16,-42-10 192 0,39 4-64 0,-39-4 0 15,29 4 256-15,-29-4 64 0,0 0 16 0,26 6 0 16,-26-6-16-16,0 0-16 0,0 0 0 0,9 21 0 16,-9-21-240-16,0 19-32 0,0-19-16 0,-3 35 0 15,0-13-144-15,-1 7-176 0,1 5 48 0,0 2 0 16,1 7-128-16,0 1-32 0,1 0 0 0,0-1 0 0,2-3 288 0,1 2-160 15,0 6 160-15,2 2-128 0,0 2 128 0,1 0 0 16,-1-4 0-16,-2-4 128 0,2-1-128 0,-2-7 0 16,1-3 0-16,-2-3 128 0,0-3 32 0,1-4 16 15,-1-1 0-15,-2-1 0 0,0 0 96 0,1-21 32 16,-4 36 0-16,4-36 0 0,-8 34-176 0,8-34-128 16,-9 29 144-16,9-29-144 0,-12 25 0 0,12-25 0 15,-16 21 0-15,16-21 0 0,-21 19 0 0,9-9 0 16,-2-1 0-16,-3 0 0 0,0-1 0 0,-5 1 0 15,-1-2 0-15,-2 1 0 0,-5-5-128 0,-2 0 128 16,-2-5-192-16,-4 0 192 0,-1-5 0 0,0 0 0 16,1-3 128-16,-10-2-128 0,-8-2 400 0,-8-7-16 0,-5 0 0 0,1-1 0 15,1-2-160-15,-1 3-32 16,-1 0-16-16,0-1 0 0,1 4 160 0,-2 0 48 0,-3 0 0 16,0 3 0-16,0 2-208 0,0 3-48 0,0 0 0 0,-6 3 0 15,-5 0-384-15,4 5-96 0,5 2-16 0,8 4 0 16,9 6-16-16,5 2 0 0,4 0 0 0,6-3 0 15,6 0 944-15,6-1 176 0,3-1 32 0,5 0 16 16,5-2-528-16,2 0-96 0,1-1-32 0,4-2 0 16,11-2-128-16,-16 3 0 0,16-3 0 0,0 0 0 15,-10-1-128-15,10 1-16 0,0 0 0 0,0 0 0 16,0 0-432-16,0 0-96 0,0 0-16 0,0 0 0 16,0 0-352-16,34-11-80 0,-34 11-16 0,0 0 0 15,35-5-224-15,-35 5-48 0,30-9-16 0,-30 9-12288 16</inkml:trace>
  <inkml:trace contextRef="#ctx0" brushRef="#br0" timeOffset="102068.62">18929 3628 26319 0,'-2'-7'1152'0,"-3"1"256"0,2-2-1120 0,0 3-288 16,3 5 0-16,-2-5 0 0,2 5 1024 0,0 0 128 0,0 0 48 0,-8-5 0 16,8 5-464-16,-9-2-96 0,9 2 0 0,-12 7-16 15,12-7-464-15,-13 21-160 0,13-21 0 0,-12 32 144 16,12-32-144-16,-11 44 0 0,6-15 0 0,0 3 0 16,3 3-144-16,-2 5 144 0,1 4 0 0,-1 4 0 15,3 6-256-15,-1-1 48 0,1-1 16 0,1 5 0 16,1 2-256-16,1 2-32 0,0 4-16 0,2-1 0 15,2 2-16-15,-1 1 0 0,2-1 0 0,-2 5 0 16,3 5 64-16,-1-3 16 0,1 3 0 0,0 2 0 0,0 3 288 0,1 2 144 16,1 3-160-16,1 4 160 0,0 4 0 0,1 4 0 15,0 3 0-15,-2 2 0 0,1 2 0 0,-4 6 0 16,-1-3 0-16,-3 6 0 0,0 5 160 0,-3-1-160 16,-3 1 128-16,0-3-128 0,-5 2 128 0,-2 7-128 15,-2 4 0-15,-2-8 128 0,0-7 752 0,-1-10 144 16,0-7 16-16,1-9 16 0,3-5 160 0,0-4 48 15,2-6 0-15,1-7 0 0,2-9-16 0,1-7 0 16,4-2 0-16,-1-8 0 0,3-7-720 0,0-4-144 16,-1-29-16-16,4 40-16 0,-4-40-224 0,7 26-128 15,-7-26 128-15,0 0-128 16,0 0-256-16,0 0-128 0,0 0-32 0,0 0 0 16,0 0-1264-16,0 0-256 0,0 0-48 0,28-22-8704 0,-21-4-1728 15</inkml:trace>
  <inkml:trace contextRef="#ctx0" brushRef="#br0" timeOffset="103307.34">19309 3419 15663 0,'-1'-11'1392'0,"1"1"-1120"16,0 10-272-16,3-14 0 0,-3 14 1488 0,0 0 240 16,0 0 64-16,19-12 0 0,-19 12-1120 0,35-14-224 15,-8 6-32-15,7 2-16 0,2 3-80 0,4 3-32 16,3 3 0-16,6 1 0 0,4 4 64 0,4 1 16 16,0-2 0-16,5 3 0 0,2 2-192 0,5 1-48 15,3 0 0-15,-1 1 0 0,-2-5-128 0,10 3 0 16,8 0 0-16,3-1 0 0,4-1 0 0,3 0 0 0,5-3 0 0,1 0 0 15,-1-5 0-15,1-2 0 0,6-4 0 0,0-4 0 16,1 2 528-16,-1-4 32 0,1-2 0 0,-1 2 0 16,1-1 176-16,-4-1 32 0,0 2 16 0,-1-1 0 15,-2 3-448-15,-2-1-80 0,-6 0-32 0,2 1 0 16,-2 1-96-16,-2 0-128 0,-5 2 176 0,-4 0-176 16,-8 2 128-16,-4 2-128 0,-3 3 0 0,-4 0 0 15,-5 1 0-15,-6 0-144 0,-3 1 16 0,-4 3 0 16,-3 0-464-16,-5 1-96 0,-2 1-16 0,-2-2 0 15,-5-2 64-15,-3 2 16 0,-1-1 0 0,-1 0 0 16,-1 1 304-16,0 1 64 0,-24-8 16 0,40 18 0 0,-40-18 240 0,36 21 240 16,-36-21-48-16,28 25-16 15,-28-25 160-15,25 27 48 0,-25-27 0 0,24 34 0 0,-24-34-80 16,23 38-16-16,-23-38 0 0,24 44 0 0,-24-44-96 0,24 50 0 16,-11-21-16-16,0 2 0 0,1-1-176 0,0 6 0 15,1 4 0-15,0 6 0 0,1 1 0 0,0 2 0 16,-1-1 0-16,-1 2 0 0,0-1 0 0,1 5 0 15,0 9 0-15,0 2 0 0,1 2 0 0,-1-3 192 16,-1-2-192-16,-1 4 192 0,1 6 256 0,1-1 64 16,-1 0 16-16,0 2 0 0,1-2 0 0,-1 2 0 15,0 2 0-15,0 0 0 0,-1-4 16 0,2 3 0 16,-1 7 0-16,0 0 0 0,0 0-240 0,-1 3-48 16,-1 4-16-16,-2 2 0 0,-1-2-240 0,-2 2 0 15,0 6 128-15,-1-1-128 0,1-1 0 0,-2 2 0 0,1-3 0 0,0-8 0 16,2-6 0-16,1 4 0 0,1 2 0 0,1-2 0 15,3 0 0-15,1-2 0 0,2-3 0 0,0 0 0 16,1 2 0-16,-1-4 0 0,1-3 0 0,0-4 0 16,-2-5 0-16,2-4 0 0,-2-1 0 0,-2-4 0 15,-1-7 0-15,-2-1 0 0,-1 0 0 0,-2 0 0 16,-1-2 0-16,-3-4 0 0,-1 1 0 0,-3-6 0 16,-1 0 0-16,-2-3 0 0,-2 0 128 0,-1-2-128 15,0-3 0-15,-1-2 0 0,0 0 0 0,1-2 0 16,-2 0 0-16,1-3 0 0,-1 0 0 0,0-3 0 15,8-18-320-15,-19 35-64 0,19-35-16 0,-23 31 0 16,23-31-464-16,-28 27-96 0,11-16 0 0,-5 1-16 16,-1-4-464-16,-4 0-96 0,-4 1 0 0,-4-2-16 15,-1-1 1296-15,-4-2 256 0,-5 1 0 0,-3-3 0 16,1 0-1200-16,-3-4-336 0,-4 2-64 0,-6-2 0 0,-3 2 1600 0,-3 0 128 16,-1 0 128-16,-6-3 32 0,-5 3 576 0,-4-2 112 15,-5 2 32-15,-5 0 0 0,-2 0 80 0,-2 2 0 16,-3 3 16-16,-3 0 0 0,-1 0 16 0,-1 0 0 15,4 1 0-15,-6 2 0 0,-7-4-896 0,-2 3-224 16,-1-2 0-16,-4 3 0 0,2-2 960 0,-1 1 128 16,-1-4 48-16,4 2 0 0,4-1-592 0,-3-3-112 15,-4 1-32-15,1-2 0 0,3-2-176 0,0-1-32 16,-1 1-16-16,2-3 0 0,3-2-176 0,4 1 160 16,5 2-160-16,-3-3 160 0,-3 0-160 0,5 0 0 15,6 2 0-15,-1-2-176 0,3 3 176 0,2-1 0 16,6 2 0-16,1 1 0 0,2 0-320 0,3 4-16 0,2 0-16 0,2 3 0 15,5 1 176-15,5 3 48 0,6 2 0 0,6 1 0 16,8 0 128-16,8-3 176 0,5 1-48 0,5-1 0 16,5-4 128-16,6 0 0 0,18-5 16 0,-22 7 0 31,22-7-816-31,0 0-160 0,0 0-48 0,22-3-16144 0</inkml:trace>
  <inkml:trace contextRef="#ctx0" brushRef="#br0" timeOffset="103867.54">19170 6134 36863 0,'0'0'1632'0,"-7"-10"336"0,7 10-1584 0,0 0-384 0,0 0 0 0,0 0 0 16,0 0 0-16,25-11 0 0,-25 11 0 0,44-1 0 16,-9 2 0-16,8 1-176 0,4 3 176 0,7 2-192 31,5-1-352-31,7 0-80 0,5-1-16 0,6-3 0 16,8 3-256-16,7-5-48 0,6 0-16 0,4 2 0 0,1-2 704 0,4 0 128 0,7 0 128 0,4-2-192 15,-2 2 192-15,4 0 0 0,6-1 128 0,5-1-128 16,2 0 1088-16,0 0 128 0,-4 2 48 0,-4 0 0 15,-1 2 16-15,3 3 0 0,2 0 0 0,-3 2 0 16,-12 0-656-16,0 0-128 0,-2 2-32 0,-3-1 0 16,1 1-288-16,-9-2-176 0,-5 2 192 0,-5-4-192 15,-4 2 0-15,-4-4 0 0,-3 1 0 0,-2-1 0 16,0-1 0-16,-3-2-256 0,-2 0 32 0,-5-2 0 16,-4 1-464-16,-1-1-80 0,-1-1-32 0,-2 0 0 15,-3 0-96-15,-3-2-32 0,-5 3 0 0,-4-1 0 16,-3-1-608-16,-6 3-112 0,-6-1-16 0,-4 0-16 15,-4 2-1072-15,-22 0-224 0</inkml:trace>
  <inkml:trace contextRef="#ctx0" brushRef="#br0" timeOffset="104460.15">21385 3720 33167 0,'0'0'2944'15,"0"0"-2352"-15,0 0-464 0,0 0-128 0,0 0 384 0,0 0 48 16,0 0 16-16,20 20 0 15,-20-20-1024-15,26 40-192 0,-9-9-32 0,3 6-16 0,-1 9 368 0,1 4 80 16,-2 6 16-16,0 6 0 16,-1 4-544-16,-4 6-96 0,1 4-32 0,-2 2 0 15,-1 4 368-15,-3 4 64 0,0 6 16 0,0 1 0 0,-3-1 320 0,0 5 80 16,-1 8 16-16,-1 4 0 0,1 3 160 0,1 6 0 16,0 0 0-16,1 3 0 0,2-2 288 0,-1 2-16 15,0 0 0-15,1 5 0 0,-1 4 208 0,-1 3 32 16,-1 4 16-16,-1-1 0 0,-1-4-336 0,-2 9-192 15,1 5 192-15,0-1-192 0,0-6 128 0,-2 1-128 0,1-2 0 0,-2-5 0 16,-1-10 272-16,1-7 0 0,1-5 0 0,-2-6 0 16,1-10 912-16,1-5 176 0,0-2 48 0,0-10 0 15,1-8-144-15,0-10-32 0,2-5 0 0,0-9 0 16,1-9-352-16,2-10-80 0,1-5-16 0,-7-22 0 16,14 24-544-16,-14-24-112 0,0 0-128 0,28-2 176 31,-28 2-1264-31,22-31-256 0,-11 2-64 0</inkml:trace>
  <inkml:trace contextRef="#ctx0" brushRef="#br0" timeOffset="105332.88">20372 2853 9215 0,'2'-12'816'0,"0"3"-656"0,0-1-160 0,0 2 0 0,-2 8 1568 0,4-9 288 16,-2 2 48-16,2-2 16 0,2-4-128 0,2-7-32 16,2 0 0-16,1-1 0 0,0 4-96 0,-3 1-32 15,0 3 0-15,-1 2 0 0,-3 2-624 0,-1 3-128 16,-3 6-32-16,1-8 0 0,-1 8-112 0,0 0-32 15,-15 2 0-15,0 5 0 16,-4 5-1136-16,-3-2-224 0,-3 4-48 0,-9 4-16 16,-10 6-464-16,-11 7-96 0,-9 5 0 0,-2 1-16 15,2-1-1568-15,5-5-304 0,6-3-64 0,12-7-16 0,11-6 2656 0,9-5 592 0,21-10 0 0,-16 13 0 16,16-13 1744-16,0 0 320 0,21 5 64 0,-2-5 16 16,4-2-752-16,7 2-160 0,5-2-16 0,6 2-16 15,5 0 16-15,0 0 16 0,-1 2 0 0,2 0 0 16,1 1 240-16,-1 2 32 0,1 2 16 0,-5 0 0 15,-1 2-800-15,-6 1-144 0,-5 0-48 0,-6 1 0 16,-25-11-384-16,35 23-144 0,-35-23 0 0,18 25 144 16,-18-25-336-16,-1 34-80 0,1-34-16 0,-24 41 0 15,3-17-304-15,-8 1-64 0,-5 2-16 0,-6-1 0 16,-1-2-48-16,-6 2-16 0,-2 0 0 0,2-2 0 16,5-2-80-16,7-4-16 0,6-1 0 0,8-6 0 15,6-3-544-15,15-8-112 0,0 0-32 0</inkml:trace>
  <inkml:trace contextRef="#ctx0" brushRef="#br0" timeOffset="105949.66">21566 2620 22111 0,'0'0'1968'15,"0"-12"-1584"-15,0 12-384 0,0 0 0 0,0 0 2288 0,0 0 368 0,0 0 80 0,0 0 16 16,0 0-1536-16,0 0-320 0,23 24-48 0,-23-24-16 16,11 45-704-16,-11-45-128 0,12 65 0 0,-5-23-128 15,-1 1 128-15,2 4-208 0,-1-2 80 0,1-2 128 16,2-5-544-16,0-8 16 0,-10-30 0 0,27 46 0 16,-27-46-112-16,29 21 0 0,-29-21-16 0,27 7 0 15,-27-7 656-15,29-7 352 0,-14 0-32 0,1-5-16 16,3-5 976-16,3-4 208 0,1-1 48 0,2-3 0 0,0-2-640 0,1-2-128 15,0-1-32-15,0-3 0 0,1 0-512 0,-1 1-96 16,-1-1-128-16,0 1 176 0,0 3 448 0,-2 3 80 16,-3 6 32-16,-3 7 0 15,-3 6-2352-15,-14 7-480 0,20 0-80 0,-20 0-32 16,0 0 1120-16,14 45 240 0,-14-45 32 0,0 64 16 0,-1-24 368 0,0 6 80 16,0 3 16-16,1-2 0 0,2-6 336 0,1-3 0 15,5-5 192-15,1-3-64 0,-9-30 64 0,27 39 16 16,-27-39 0-16,35 19 0 0,-15-17 1072 0,2-6 192 15,1-4 64-15,4-4 0 0,3-4-224 0,6-8-32 16,3-2-16-16,3-5 0 0,3-2-720 0,-1-3-144 16,1-4-16-16,-2-2-16 0,-5 1-80 0,1-2-16 15,-1-1 0-15,-3 1 0 0,-5 5-272 0,-1 2 128 16,-4 3-128-16,-4 7 0 16,-7 2-320-16,-3 7-160 0,-5 1-32 0,-4 7-12224 0,-2 9-2448 15</inkml:trace>
  <inkml:trace contextRef="#ctx0" brushRef="#br0" timeOffset="106632.24">18054 4806 27647 0,'0'0'2448'0,"-16"5"-1952"0,16-5-496 0,0 0 0 16,0 0 1088-16,-9 29 112 0,9-29 16 0,-13 45 16 15,4-3-960-15,1 6-272 0,4 6 0 0,5-7 128 16,7-8-128-16,4-11 0 0,-12-28 0 0,36 31 0 15,-36-31 256-15,51 2 64 0,-23-9 0 0,2-7 16 0,-2-3 512 0,1-4 112 16,-3-3 0-16,-3-2 16 0,-3 2 0 0,-2-4 0 16,-1-3 0-16,-1-4 0 0,-3-4-528 0,-4-3-96 15,-4 3-32-15,-6-2 0 0,-5-2-320 0,-4 2 144 16,-4 1-144-16,-5 2 0 0,-4 2 0 0,-4 6 0 16,-3 8 0-16,-4 6 0 0,-2 6 0 0,-3 8-304 15,2 4 48-15,0 6 0 0,-1 7 672 0,2 5 144 16,1 4 16-16,2 4 16 15,4 3-1952-15,3 3-400 0,4 3-80 0,3 1-16 16,4 3-272-16,4-3-64 0,5 2-16 0</inkml:trace>
  <inkml:trace contextRef="#ctx0" brushRef="#br0" timeOffset="106999.95">17498 6622 15663 0,'0'0'1392'0,"-12"3"-1120"0,12-3-272 0,0 0 0 0,0 0 5056 0,0 0 944 16,0 0 192-16,0 0 32 0,0 0-4304 0,27 9-880 15,-27-9-160-15,56 5-48 0,-15-3-384 0,9-4-96 16,10 0-16-16,6-5 0 0,5-1-128 0,6-1-16 16,5-5-16-16,1-1 0 0,1-3-176 0,-3-2 0 15,-5 0 0-15,-3 0 0 0,-5 1 0 0,-8 0 0 16,-9 4-224-16,-9 2 80 0,-7 3 144 0,-7 4 0 15,-28 6 0-15,36-5-12576 16,-36 5-2592-16</inkml:trace>
  <inkml:trace contextRef="#ctx0" brushRef="#br0" timeOffset="107184.74">18099 6686 4607 0,'-18'15'400'0,"4"-6"-400"0,2 2 0 0,12-11 0 15,-13 18 7840-15,13-18 1488 0,-5 23 288 0,0 0 64 16,-4 16-7072-16,-1 18-1424 0,0 10-288 0,3 11-48 16,1 1-416-16,2 3-96 0,3 2-16 0,2 0 0 15,3-3-320-15,0-1 0 0,2-1-192 0,0-4 64 16,1-2-64-16,0-8-16 0,-1-6 0 0,0-9-18816 16</inkml:trace>
  <inkml:trace contextRef="#ctx0" brushRef="#br0" timeOffset="113734.1">19888 4450 6447 0,'0'0'576'0,"0"0"-576"0,-1-8 0 0,1 8 0 16,0 0 1344-16,0 0 176 0,0 0 16 0,3-9 16 16,-3 9-400-16,5-13-64 0,-5 13-32 0,5-12 0 15,-5 12 944-15,7-9 192 0,-7 9 48 0,0 0 0 16,7-7-1264-16,-7 7-240 0,0 0-48 0,0 0-16 15,0 0-864-15,12-6-192 0,-12 6-16 0,0 0-16 16,0 0 416-16,0 0 0 0,15-6 144 0,-15 6-144 16,0 0 0-16,0 0 0 0,0 0 0 0,7-8 0 0,-7 8 128 0,0 0-128 15,0 0 0-15,-3-6 0 0,3 6 0 0,0 0 0 16,-8-6 0-16,8 6 0 0,-12-2 0 0,12 2 0 16,-20-2-240-16,6 4 80 0,-2-2 464 0,0 2 80 15,-4-1 32-15,-1 1 0 16,-1 1-1552-16,-3-1-304 0,-2 2-64 0,-4 4-16 0,0 1 1200 0,-1 0 320 15,0 0 0-15,1 1-144 0,3-2 528 0,2 1 96 16,3 1 32-16,2-1 0 0,3 1 320 0,1 1 80 16,4 1 16-16,13-12 0 0,-18 23-448 0,18-23-96 15,0 0 0-15,-5 34-16 0,5-34-368 0,0 0 0 16,20 38 0-16,-20-38 0 0,28 29 0 0,-28-29-256 16,41 28 64-16,-16-11 0 0,3-1 48 0,0-1 0 15,2 3 0-15,-2 1 0 0,1 0 144 0,-2 3 0 0,-2-1 0 16,-4 0 0-16,-21-21-128 0,34 41 128 0,-34-41-128 0,19 46 128 15,-19-46 0-15,6 43 0 0,-6-43 0 0,-7 36 0 16,7-36 0-16,-22 36 0 0,6-18 0 0,-4-1 128 16,-2-2 144-16,-3-1 48 0,-1-1 0 0,-1-2 0 15,1-2 288-15,-2-4 64 0,1 2 16 0,1-5 0 16,2-1 784-16,1-4 176 0,2 0 16 0,3-1 16 16,2-1-2160-16,2-2-432 0,3 0-96 0,4-3-16 15,2-1 336 1,5-1 64-16,5-2 16 0,3 0 0 15,2 2-1888-15,4 0-368 0</inkml:trace>
  <inkml:trace contextRef="#ctx0" brushRef="#br0" timeOffset="114317.48">20303 4595 15663 0,'0'0'1392'0,"0"0"-1120"0,0 0-272 0,0 0 0 16,0 0 480-16,0 0 32 0,-16 17 16 0,16-17 0 15,-12 24 720-15,12-24 144 0,-15 45 16 0,10-19 16 16,5-26-976-16,-4 58-192 0,6-29-32 0,2 3-16 0,1-2-64 0,3-1-16 16,-8-29 0-16,20 54 0 0,-20-54-128 0,29 41 0 15,-29-41 0-15,35 26 0 16,-35-26-176-16,40 6-64 0,-19-10-16 0,0-3 0 0,-1-3 1728 0,0-4 320 16,2-5 80-16,-1-2 16 0,1-5-400 0,-1 0-80 15,-1-3 0-15,-2-1-16 0,-3-2-432 0,-2 2-64 16,-3-2-32-16,-6 0 0 0,-2 3-688 0,-4-5-176 15,-4 1 0-15,-4-1 0 0,-4 2 0 0,-3 6-176 16,-3 5 48-16,-4 4 0 16,-1 6-384-16,-2 4-64 0,-2 4 0 0,-3 5-16 0,1 3 416 0,-1 5 176 15,2 2-128-15,1 2 128 16,2 2-608-16,3 3-32 0,4 0-16 0,3 3 0 16,4-1-784-16,13-21-160 0</inkml:trace>
  <inkml:trace contextRef="#ctx0" brushRef="#br0" timeOffset="116034.63">21895 4477 24879 0,'0'0'2208'0,"-6"-7"-1760"0,6 7-448 0,0 0 0 16,0 0 704-16,0 0 48 0,0 0 16 0,0 0 0 15,1-10-80-15,-1 10-16 0,0 0 0 0,0 0 0 16,0 0-528-16,22-2-144 0,-22 2 0 0,0 0 0 15,31 14-192-15,-31-14-128 0,22 16 0 0,-22-16-16 16,23 20 144-16,-23-20 48 0,21 26 0 0,-21-26 0 16,23 33 144-16,-23-33 0 0,22 43-144 0,-22-43 144 15,20 50 0-15,-20-50 0 0,19 54 0 0,-19-54 0 16,17 50 0-16,-17-50 0 0,19 45 0 0,-19-45 0 16,19 40 0-16,-19-40 0 0,21 33 0 0,-21-33 128 0,19 24-128 0,-19-24 192 15,0 0-192-15,29 22 192 0,-29-22 192 16,0 0 32-16,30 9 16 0,-30-9 0 0,20-3 16 0,-20 3 16 15,20-11 0-15,-20 11 0 0,21-17-48 0,-10 5-16 16,-1-2 0-16,1 0 0 0,1-5-144 0,-1-2-48 16,0-3 0-16,1-4 0 0,-1-1 96 0,0-2 16 15,2-5 0-15,1-2 0 0,1-2-96 0,0 2-16 16,0 3 0-16,-2 5 0 0,0 4-80 0,-2 6 0 16,-3 3-128-16,-1 5 192 0,-3 3-192 0,-4 9 0 15,0 0 0-15,0 0 0 0,0 0 896 0,0 0 144 16,0 0 32-16,2 29 0 0,-2-29-864 0,-6 46-208 15,3-14 0-15,-2 6 0 16,1 2-704-16,1 4-176 0,0 2-32 0,0 1-16 16,2-2 208-16,2 0 32 0,2-6 16 0,1-5 0 15,1-5-400-15,-5-29-80 0,16 43 0 0,-16-43-16 0,19 25 800 0,-19-25 176 16,24 10 16-16,-24-10 16 0,24-4 1264 0,-11-3 256 0,1-3 48 0,0-2 16 16,0-3 176-16,1-3 16 0,0-2 16 0,1-5 0 15,0-1-1008-15,0-2-208 0,1-3-32 0,-1 0-16 16,-1 0-368-16,0-2 0 0,0 0 0 0,0 0 0 15,0 2 0-15,-2 2-240 0,-2 5 64 0,-1 3 16 16,-2 4-320 0,-1 3-64-16,-1 5-16 0,-6 9 0 0,6-12-768 0,-6 12-144 0,0 0-48 0,0 0 0 15,0 0-192-15,0 0-32 0</inkml:trace>
  <inkml:trace contextRef="#ctx0" brushRef="#br0" timeOffset="116315.6">23093 4690 27071 0,'0'0'592'0,"0"0"128"0,0 0 32 0,0 0 0 0,-14 22-608 15,14-22-144-15,0 0 0 0,0 0 0 0,2 38 288 0,-2-38 32 16,13 49 0-16,1-20 0 0,5-3-576 0,5-2-128 16,4-6 0-16,5-3-16 0,4-6 224 0,3-4 176 15,4-5-208-15,-1-7 80 16,1-3-752-16,-2-5-144 0,-1-3-16 0,-3-3-16 0,-3-1 2336 0,-3-2 480 15,-1-1 96-15,-4-4 0 0,-5 1 768 0,-3-5 128 16,-6 0 48-16,-5-1 0 0,-4-1-1728 0,-7 2-352 16,-6 1-64-16,-4 3-16 0,-7 4-640 0,-6 4 0 0,-5 4 0 0,-9 5 0 31,-9 2-640-31,-2 4-64 0,0 3-16 0,0 3 0 16,0 4-1616-16,8 4-320 0,6 2-64 0,5 3-11824 0</inkml:trace>
  <inkml:trace contextRef="#ctx0" brushRef="#br0" timeOffset="117085.47">19920 6862 35007 0,'-8'-10'3120'0,"1"1"-2496"0,7 9-496 0,-11-17-128 16,11 17 0-16,0 0 0 0,0 0 0 0,0 0 0 16,-2-11 384-16,2 11 64 0,-3-15 16 0,3 15 0 15,0 0-800-15,-2-12-176 0,2 12-16 0,0 0-16 16,0 0-576-16,0 0-112 0,-17 5-32 0,17-5 0 15,-23 12 640-15,8-3 128 0,-3 1 32 0,-2 4 0 0,-3 2 1056 0,-3 2 224 16,-2 0 32-16,-1 4 16 0,-1-1-96 0,1 2 0 16,0-1-16-16,2-1 0 0,2-4 64 0,5-1 16 15,2-3 0-15,5-4 0 0,13-9-64 16,-12 14-16-16,12-14 0 0,0 0 0 0,0 0-352 0,0 0-64 16,34 22-16-16,-34-22 0 0,36 12-112 0,-10-5-16 15,6 2-16-15,2 3 0 0,3 4-48 0,0 1-128 16,-3-2 192-16,2 5-64 0,3 4-128 0,-2 2 0 15,-2 0 0-15,-4 1 0 0,-2-4 0 0,-6 1 0 16,-4 0-192-16,-19-24 192 0,24 40-384 0,-24-40 32 16,7 36 16-16,-7-36 0 15,-9 33-176-15,-2-17-16 0,-3-1-16 0,-4-1 0 0,-5-2 128 0,-2-2 32 0,-1-1 0 16,-3-1 0-16,-2-4 128 0,-1-2 16 0,-1-2 16 0,0-3 0 31,3-3-544-31,2-4-96 0,1-2-32 0,4-4 0 16,5-3-1376-16,3-1-288 0</inkml:trace>
  <inkml:trace contextRef="#ctx0" brushRef="#br0" timeOffset="117299.98">20246 6952 22111 0,'0'0'1968'16,"0"0"-1584"-16,21-2-384 0,-21 2 0 15,0 0 1824-15,0 0 288 0,31-2 48 0,-7-1 16 16,13 1-448-16,6-3-96 0,6 0-16 0,3-2 0 0,3 0-720 0,1 0-160 15,-2-3-32-15,0 0 0 16,0-1-912-16,-4-1-192 0,-3 3-48 0,-4-2 0 16,-2 0-2000-16,-7 2-416 0,-6 2-80 0,-2 2 0 15,-5-1-640-15,-21 6-128 0,30-8-32 0,-30 8-4080 16</inkml:trace>
  <inkml:trace contextRef="#ctx0" brushRef="#br0" timeOffset="117433.21">21019 6810 1839 0,'0'0'160'0,"0"0"-160"15,0 0 0-15,0 0 0 0,-18 7 1792 0,1 0 336 16,-12 7 64-16,-8 6 16 0,-6 5 1536 0,0 4 304 15,4-1 64-15,2 3 16 0,5 0-688 0,3 5-144 16,3 2-32-16,4 2 0 0,3 2-1728 0,4 3-368 16,3 2-64-16,3 1-16 0,3-2-816 0,2-2-272 15,3-3 160-15,2-1-160 16,4-5-640-16,2 1-224 0,3 0-32 0,3-3-16224 0</inkml:trace>
  <inkml:trace contextRef="#ctx0" brushRef="#br0" timeOffset="118082.87">22222 7015 12895 0,'0'0'1152'0,"0"0"-928"15,-4-16-224-15,4 16 0 0,0 0 5040 0,0 0 960 16,0 0 192-16,0 0 32 0,0 0-4400 0,0 0-880 16,20-4-176-16,-20 4-48 0,20 23-720 0,-20-23 0 15,21 48 0-15,-11-15 0 0,0 3-416 0,-1 4 32 16,-1 5 0-16,-1 2 0 0,0-2 112 0,-1-2 16 16,0-2 16-16,0-6 0 0,-1-6 64 0,0-4 16 0,-5-25 0 0,8 31 0 15,-8-31 160-15,0 0-128 0,0 0 128 0,0 0-128 16,0 0 896-16,0 0 176 0,21 3 32 0,-21-3 16 15,11-29-16-15,-2 6 0 0,2-6 0 0,4-4 0 16,1-7-560-16,3-3-112 0,0-5-32 0,2-4 0 16,3-1-272-16,0 0 0 0,1 5 0 0,1 3-144 15,0 3-32-15,-2 6 0 0,0 5 0 0,-5 9 0 16,-2 5 176-16,-3 6 0 0,-14 11 0 0,19-6-128 16,-19 6 128-16,0 0 128 0,17 28-128 0,-17-28 176 15,6 52-176-15,-6-16-224 0,-1 8 48 0,-2 4 16 16,-1-3 160-16,1 2-192 0,0 2 192 0,1-3-192 15,2-5 192-15,0-4 0 0,2-4-144 0,1-4 144 0,1-5 0 16,-4-24-176-16,12 40 176 0,-12-40-128 0,18 24 128 0,-18-24 0 16,24 14 0-16,-24-14 0 0,31 3 224 0,-31-3 32 15,38-5 0-15,-16 0 0 0,1 0 0 0,1-2 0 16,4-2 0-16,0-3 0 0,1-1-256 0,2-3 128 16,-1-2-128-16,-2-4 0 15,1 1-480-15,-1-3-192 0,0-2-32 0</inkml:trace>
  <inkml:trace contextRef="#ctx0" brushRef="#br0" timeOffset="118315.99">23232 7066 34095 0,'0'0'3024'0,"0"0"-2416"0,-17 0-480 0,17 0-128 0,0 0 1728 0,0 0 336 0,0 0 64 0,19 2 16 15,-19-2-1792-15,39 3-352 0,-7-1 0 0,10 1-160 16,5-1 160-16,5-2 0 0,2 0 0 0,0-2 0 31,2-1-368-31,-2-2-80 0,-4 1-32 0,-5-4 0 16,-4 2-1184-16,-6-4-224 0,-4-2-48 0,-6 2-16 0,-4-4-1120 0,-5 4-240 16,-3-1-32-16,-13 11-4352 0,13-19-880 0</inkml:trace>
  <inkml:trace contextRef="#ctx0" brushRef="#br0" timeOffset="118451.65">23648 7222 7359 0,'-9'22'656'0,"9"-22"-528"16,-12 38-128-16,12-38 0 0,-6 23 4288 0,6-23 832 15,-14 55 176-15,0 2 16 0,-4 21-1488 0,-2 10-304 16,2 5-64-16,3-9-16 0,6-8-2112 0,4-10-432 16,5-8-64-16,4-8-18944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F646B-0BB2-F040-AADF-453E175274B9}" type="datetimeFigureOut">
              <a:rPr kumimoji="1" lang="zh-TW" altLang="en-US" smtClean="0"/>
              <a:t>2024/2/29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F3467-36DF-674D-BE32-3E8BA7805F0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2827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投影片編號版面配置區 6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defTabSz="9445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defTabSz="9445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9445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9445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496F4F2-4489-4120-B44E-3C016C9CC4DC}" type="slidenum">
              <a:rPr lang="zh-TW" altLang="en-US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zh-TW" sz="1300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779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0EBA-4DE1-D94C-802B-785F08D2B2C6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12E31E7-8B99-AD48-B738-A3D58A5B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287595"/>
            <a:ext cx="7386406" cy="537906"/>
          </a:xfrm>
          <a:prstGeom prst="rect">
            <a:avLst/>
          </a:prstGeom>
        </p:spPr>
        <p:txBody>
          <a:bodyPr vert="horz" lIns="0" tIns="36000" rIns="0" bIns="3600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A92E1BA-4362-234E-AC89-BADE52C7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1061884"/>
            <a:ext cx="8281220" cy="4085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439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76484" y="5410729"/>
            <a:ext cx="2057400" cy="208359"/>
          </a:xfrm>
        </p:spPr>
        <p:txBody>
          <a:bodyPr lIns="0" tIns="0" rIns="0" bIns="0"/>
          <a:lstStyle>
            <a:lvl1pPr algn="ctr"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0BD0EBA-4DE1-D94C-802B-785F08D2B2C6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9E0D2A1-098A-1540-BE88-106328EF0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287594"/>
            <a:ext cx="7386406" cy="534731"/>
          </a:xfrm>
          <a:prstGeom prst="rect">
            <a:avLst/>
          </a:prstGeom>
        </p:spPr>
        <p:txBody>
          <a:bodyPr vert="horz" lIns="0" tIns="36000" rIns="0" bIns="3600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8C582B5-2A51-574A-BAF3-7415C9E1C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1061884"/>
            <a:ext cx="8281220" cy="4085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0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4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250723"/>
            <a:ext cx="6447501" cy="1522151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772873"/>
            <a:ext cx="6447501" cy="7170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254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805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94417789-ABD8-5F4B-B4F6-7DAE6D65446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8409" y="0"/>
            <a:ext cx="9144000" cy="5715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4574" y="287594"/>
            <a:ext cx="7386406" cy="546858"/>
          </a:xfrm>
          <a:prstGeom prst="rect">
            <a:avLst/>
          </a:prstGeom>
        </p:spPr>
        <p:txBody>
          <a:bodyPr vert="horz" wrap="none" lIns="0" tIns="36000" rIns="0" bIns="3600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574" y="1061884"/>
            <a:ext cx="8281220" cy="4085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40853" y="5413118"/>
            <a:ext cx="728662" cy="1875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F0BD0EBA-4DE1-D94C-802B-785F08D2B2C6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084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900" kern="1200">
          <a:solidFill>
            <a:schemeClr val="bg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5.png"/><Relationship Id="rId21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customXml" Target="../ink/ink6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11" Type="http://schemas.openxmlformats.org/officeDocument/2006/relationships/image" Target="../media/image9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7.png"/><Relationship Id="rId30" Type="http://schemas.openxmlformats.org/officeDocument/2006/relationships/customXml" Target="../ink/ink15.xml"/><Relationship Id="rId8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50.png"/><Relationship Id="rId7" Type="http://schemas.openxmlformats.org/officeDocument/2006/relationships/image" Target="../media/image70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9.xml"/><Relationship Id="rId5" Type="http://schemas.openxmlformats.org/officeDocument/2006/relationships/image" Target="../media/image60.png"/><Relationship Id="rId4" Type="http://schemas.openxmlformats.org/officeDocument/2006/relationships/customXml" Target="../ink/ink18.xml"/><Relationship Id="rId9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3.xml"/><Relationship Id="rId5" Type="http://schemas.openxmlformats.org/officeDocument/2006/relationships/image" Target="../media/image22.png"/><Relationship Id="rId4" Type="http://schemas.openxmlformats.org/officeDocument/2006/relationships/customXml" Target="../ink/ink22.xml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29543" y="521446"/>
            <a:ext cx="6425960" cy="1234727"/>
          </a:xfrm>
        </p:spPr>
        <p:txBody>
          <a:bodyPr>
            <a:normAutofit/>
          </a:bodyPr>
          <a:lstStyle/>
          <a:p>
            <a:b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" y="4307955"/>
            <a:ext cx="4599168" cy="822674"/>
          </a:xfrm>
        </p:spPr>
        <p:txBody>
          <a:bodyPr>
            <a:noAutofit/>
          </a:bodyPr>
          <a:lstStyle/>
          <a:p>
            <a:pPr algn="l"/>
            <a:r>
              <a:rPr lang="en-US" altLang="zh-TW" sz="1050" dirty="0">
                <a:solidFill>
                  <a:srgbClr val="0000FF"/>
                </a:solidFill>
              </a:rPr>
              <a:t>How Will You Measure Your Life?</a:t>
            </a:r>
            <a:br>
              <a:rPr lang="en-US" altLang="zh-TW" sz="1050" dirty="0">
                <a:solidFill>
                  <a:srgbClr val="0000FF"/>
                </a:solidFill>
              </a:rPr>
            </a:br>
            <a:r>
              <a:rPr lang="zh-TW" altLang="zh-TW" sz="1050" dirty="0">
                <a:solidFill>
                  <a:srgbClr val="0000FF"/>
                </a:solidFill>
              </a:rPr>
              <a:t>作者：克雷頓．克里斯汀生、詹姆斯．歐沃斯、凱倫．狄倫</a:t>
            </a:r>
            <a:br>
              <a:rPr lang="en-US" altLang="zh-TW" sz="1050" dirty="0">
                <a:solidFill>
                  <a:srgbClr val="0000FF"/>
                </a:solidFill>
              </a:rPr>
            </a:br>
            <a:r>
              <a:rPr lang="zh-TW" altLang="zh-TW" sz="1050" dirty="0">
                <a:solidFill>
                  <a:srgbClr val="0000FF"/>
                </a:solidFill>
              </a:rPr>
              <a:t>原文作者：</a:t>
            </a:r>
            <a:r>
              <a:rPr lang="en-US" altLang="zh-TW" sz="1050" dirty="0">
                <a:solidFill>
                  <a:srgbClr val="0000FF"/>
                </a:solidFill>
              </a:rPr>
              <a:t>Clayton M. Christensen</a:t>
            </a:r>
            <a:r>
              <a:rPr lang="zh-TW" altLang="zh-TW" sz="1050" dirty="0">
                <a:solidFill>
                  <a:srgbClr val="0000FF"/>
                </a:solidFill>
              </a:rPr>
              <a:t>、</a:t>
            </a:r>
            <a:r>
              <a:rPr lang="en-US" altLang="zh-TW" sz="1050" dirty="0">
                <a:solidFill>
                  <a:srgbClr val="0000FF"/>
                </a:solidFill>
              </a:rPr>
              <a:t>James Allworth</a:t>
            </a:r>
            <a:r>
              <a:rPr lang="zh-TW" altLang="zh-TW" sz="1050" dirty="0">
                <a:solidFill>
                  <a:srgbClr val="0000FF"/>
                </a:solidFill>
              </a:rPr>
              <a:t>、</a:t>
            </a:r>
            <a:r>
              <a:rPr lang="en-US" altLang="zh-TW" sz="1050" dirty="0">
                <a:solidFill>
                  <a:srgbClr val="0000FF"/>
                </a:solidFill>
              </a:rPr>
              <a:t>Karen Dillon</a:t>
            </a:r>
            <a:br>
              <a:rPr lang="en-US" altLang="zh-TW" sz="1050" dirty="0">
                <a:solidFill>
                  <a:srgbClr val="0000FF"/>
                </a:solidFill>
              </a:rPr>
            </a:br>
            <a:r>
              <a:rPr lang="zh-TW" altLang="zh-TW" sz="1050" dirty="0">
                <a:solidFill>
                  <a:srgbClr val="0000FF"/>
                </a:solidFill>
              </a:rPr>
              <a:t>譯者：廖月娟</a:t>
            </a:r>
            <a:br>
              <a:rPr lang="en-US" altLang="zh-TW" sz="1050" dirty="0">
                <a:solidFill>
                  <a:srgbClr val="0000FF"/>
                </a:solidFill>
              </a:rPr>
            </a:br>
            <a:r>
              <a:rPr lang="zh-TW" altLang="zh-TW" sz="1050" dirty="0">
                <a:solidFill>
                  <a:srgbClr val="0000FF"/>
                </a:solidFill>
              </a:rPr>
              <a:t>出版社：天下文化</a:t>
            </a:r>
            <a:br>
              <a:rPr lang="en-US" altLang="zh-TW" sz="1050" dirty="0">
                <a:solidFill>
                  <a:srgbClr val="0000FF"/>
                </a:solidFill>
              </a:rPr>
            </a:br>
            <a:r>
              <a:rPr lang="zh-TW" altLang="zh-TW" sz="1050" dirty="0">
                <a:solidFill>
                  <a:srgbClr val="0000FF"/>
                </a:solidFill>
              </a:rPr>
              <a:t>出版日期：</a:t>
            </a:r>
            <a:r>
              <a:rPr lang="en-US" altLang="zh-TW" sz="1050" dirty="0">
                <a:solidFill>
                  <a:srgbClr val="0000FF"/>
                </a:solidFill>
              </a:rPr>
              <a:t>2012</a:t>
            </a:r>
            <a:r>
              <a:rPr lang="zh-TW" altLang="zh-TW" sz="1050" dirty="0">
                <a:solidFill>
                  <a:srgbClr val="0000FF"/>
                </a:solidFill>
              </a:rPr>
              <a:t>年</a:t>
            </a:r>
            <a:r>
              <a:rPr lang="en-US" altLang="zh-TW" sz="1050" dirty="0">
                <a:solidFill>
                  <a:srgbClr val="0000FF"/>
                </a:solidFill>
              </a:rPr>
              <a:t>08</a:t>
            </a:r>
            <a:r>
              <a:rPr lang="zh-TW" altLang="zh-TW" sz="1050" dirty="0">
                <a:solidFill>
                  <a:srgbClr val="0000FF"/>
                </a:solidFill>
              </a:rPr>
              <a:t>月</a:t>
            </a:r>
            <a:r>
              <a:rPr lang="en-US" altLang="zh-TW" sz="1050" dirty="0">
                <a:solidFill>
                  <a:srgbClr val="0000FF"/>
                </a:solidFill>
              </a:rPr>
              <a:t>08</a:t>
            </a:r>
            <a:r>
              <a:rPr lang="zh-TW" altLang="zh-TW" sz="1050" dirty="0">
                <a:solidFill>
                  <a:srgbClr val="0000FF"/>
                </a:solidFill>
              </a:rPr>
              <a:t>日</a:t>
            </a:r>
            <a:endParaRPr lang="zh-TW" altLang="en-US" sz="1050" dirty="0">
              <a:solidFill>
                <a:srgbClr val="0000FF"/>
              </a:solidFill>
            </a:endParaRPr>
          </a:p>
        </p:txBody>
      </p:sp>
      <p:pic>
        <p:nvPicPr>
          <p:cNvPr id="4" name="Picture 4" descr="bpYcIW14_fWDxFSM5FdzU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99" y="2158781"/>
            <a:ext cx="1232103" cy="2095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2986107" y="2532547"/>
            <a:ext cx="31099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行銷理論、商業與人生</a:t>
            </a:r>
            <a:endParaRPr lang="en-US" altLang="zh-TW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學術與實務的對話</a:t>
            </a:r>
            <a:endParaRPr lang="en-US" altLang="zh-TW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altLang="zh-TW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Shape 864">
            <a:extLst>
              <a:ext uri="{FF2B5EF4-FFF2-40B4-BE49-F238E27FC236}">
                <a16:creationId xmlns:a16="http://schemas.microsoft.com/office/drawing/2014/main" id="{2BCF1E44-D729-4748-A932-C234B12D137D}"/>
              </a:ext>
            </a:extLst>
          </p:cNvPr>
          <p:cNvSpPr/>
          <p:nvPr/>
        </p:nvSpPr>
        <p:spPr>
          <a:xfrm>
            <a:off x="1877303" y="1104593"/>
            <a:ext cx="5130250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717" tIns="25717" rIns="25717" bIns="25717" numCol="1" anchor="t">
            <a:spAutoFit/>
          </a:bodyPr>
          <a:lstStyle/>
          <a:p>
            <a:pPr>
              <a:defRPr sz="4400" b="1">
                <a:latin typeface="Arial"/>
                <a:ea typeface="Arial"/>
                <a:cs typeface="Arial"/>
                <a:sym typeface="Arial"/>
              </a:defRPr>
            </a:pPr>
            <a:r>
              <a:rPr lang="zh-TW" altLang="en-US" sz="3300" b="1" dirty="0">
                <a:solidFill>
                  <a:srgbClr val="009FB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你要如何衡量你的人生：</a:t>
            </a:r>
            <a:br>
              <a:rPr lang="en-US" altLang="zh-TW" sz="3300" b="1" dirty="0">
                <a:solidFill>
                  <a:srgbClr val="009FB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3300" b="1" dirty="0">
                <a:solidFill>
                  <a:srgbClr val="009FB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哈佛商學院最重要的一堂課</a:t>
            </a:r>
            <a:endParaRPr lang="en-US" altLang="zh-TW" sz="2700" dirty="0">
              <a:solidFill>
                <a:srgbClr val="009FB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51ECEE8-5F24-4B53-3667-C5586D14A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836" y="3445554"/>
            <a:ext cx="2986874" cy="17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16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/>
          <p:cNvSpPr>
            <a:spLocks noGrp="1"/>
          </p:cNvSpPr>
          <p:nvPr>
            <p:ph type="title"/>
          </p:nvPr>
        </p:nvSpPr>
        <p:spPr>
          <a:xfrm>
            <a:off x="493776" y="337602"/>
            <a:ext cx="3240881" cy="792956"/>
          </a:xfrm>
        </p:spPr>
        <p:txBody>
          <a:bodyPr>
            <a:normAutofit fontScale="90000"/>
          </a:bodyPr>
          <a:lstStyle/>
          <a:p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作者  簡介</a:t>
            </a:r>
            <a:b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71" name="內容版面配置區 2"/>
          <p:cNvSpPr>
            <a:spLocks noGrp="1"/>
          </p:cNvSpPr>
          <p:nvPr>
            <p:ph idx="1"/>
          </p:nvPr>
        </p:nvSpPr>
        <p:spPr>
          <a:xfrm>
            <a:off x="3600451" y="1332310"/>
            <a:ext cx="4212431" cy="30861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TW" altLang="en-US" sz="2100" dirty="0">
                <a:solidFill>
                  <a:srgbClr val="002060"/>
                </a:solidFill>
                <a:latin typeface="標楷體" pitchFamily="65" charset="-120"/>
              </a:rPr>
              <a:t>克里斯汀生．克里斯汀生</a:t>
            </a:r>
            <a:endParaRPr lang="en-US" altLang="zh-TW" sz="2100" dirty="0">
              <a:solidFill>
                <a:srgbClr val="002060"/>
              </a:solidFill>
              <a:latin typeface="標楷體" pitchFamily="65" charset="-120"/>
            </a:endParaRPr>
          </a:p>
          <a:p>
            <a:pPr marL="0" indent="0">
              <a:buNone/>
              <a:defRPr/>
            </a:pPr>
            <a:r>
              <a:rPr lang="en-US" altLang="zh-TW" sz="2100" dirty="0">
                <a:solidFill>
                  <a:srgbClr val="002060"/>
                </a:solidFill>
                <a:latin typeface="標楷體" pitchFamily="65" charset="-120"/>
              </a:rPr>
              <a:t>  (Clayton M. Christensen)</a:t>
            </a:r>
          </a:p>
          <a:p>
            <a:pPr>
              <a:defRPr/>
            </a:pPr>
            <a:r>
              <a:rPr lang="en-US" altLang="zh-TW" sz="1800" dirty="0">
                <a:solidFill>
                  <a:srgbClr val="002060"/>
                </a:solidFill>
                <a:latin typeface="標楷體" pitchFamily="65" charset="-120"/>
              </a:rPr>
              <a:t>1952</a:t>
            </a:r>
            <a:r>
              <a:rPr lang="zh-TW" altLang="zh-TW" sz="1800" dirty="0">
                <a:solidFill>
                  <a:srgbClr val="002060"/>
                </a:solidFill>
                <a:latin typeface="標楷體" pitchFamily="65" charset="-120"/>
              </a:rPr>
              <a:t>年出生於美國猶他州鹽湖城。曾在楊百翰大學和牛津大學攻讀經濟學並取得碩士學位，後來又進入哈佛大學商學院攻讀企管碩士及博士學位。</a:t>
            </a:r>
            <a:endParaRPr lang="en-US" altLang="zh-TW" sz="1800" dirty="0">
              <a:solidFill>
                <a:srgbClr val="002060"/>
              </a:solidFill>
              <a:latin typeface="標楷體" pitchFamily="65" charset="-120"/>
            </a:endParaRPr>
          </a:p>
          <a:p>
            <a:pPr>
              <a:defRPr/>
            </a:pPr>
            <a:r>
              <a:rPr lang="en-US" altLang="zh-TW" sz="1800" dirty="0">
                <a:solidFill>
                  <a:srgbClr val="002060"/>
                </a:solidFill>
                <a:latin typeface="標楷體" pitchFamily="65" charset="-120"/>
              </a:rPr>
              <a:t>1979</a:t>
            </a:r>
            <a:r>
              <a:rPr lang="zh-TW" altLang="en-US" sz="1800" dirty="0">
                <a:solidFill>
                  <a:srgbClr val="002060"/>
                </a:solidFill>
                <a:latin typeface="標楷體" pitchFamily="65" charset="-120"/>
              </a:rPr>
              <a:t>和</a:t>
            </a:r>
            <a:r>
              <a:rPr lang="en-US" altLang="zh-TW" sz="1800" dirty="0">
                <a:solidFill>
                  <a:srgbClr val="002060"/>
                </a:solidFill>
                <a:latin typeface="標楷體" pitchFamily="65" charset="-120"/>
              </a:rPr>
              <a:t>1984</a:t>
            </a:r>
            <a:r>
              <a:rPr lang="zh-TW" altLang="en-US" sz="1800" dirty="0">
                <a:solidFill>
                  <a:srgbClr val="002060"/>
                </a:solidFill>
                <a:latin typeface="標楷體" pitchFamily="65" charset="-120"/>
              </a:rPr>
              <a:t>年期間，進入波士頓顧問集團（</a:t>
            </a:r>
            <a:r>
              <a:rPr lang="en-US" altLang="zh-TW" sz="1800" dirty="0">
                <a:solidFill>
                  <a:srgbClr val="002060"/>
                </a:solidFill>
                <a:latin typeface="標楷體" pitchFamily="65" charset="-120"/>
              </a:rPr>
              <a:t>Boston Consulting Group</a:t>
            </a:r>
            <a:r>
              <a:rPr lang="zh-TW" altLang="en-US" sz="1800" dirty="0">
                <a:solidFill>
                  <a:srgbClr val="002060"/>
                </a:solidFill>
                <a:latin typeface="標楷體" pitchFamily="65" charset="-120"/>
              </a:rPr>
              <a:t>，</a:t>
            </a:r>
            <a:r>
              <a:rPr lang="en-US" altLang="zh-TW" sz="1800" dirty="0">
                <a:solidFill>
                  <a:srgbClr val="002060"/>
                </a:solidFill>
                <a:latin typeface="標楷體" pitchFamily="65" charset="-120"/>
              </a:rPr>
              <a:t>BCG</a:t>
            </a:r>
            <a:r>
              <a:rPr lang="zh-TW" altLang="en-US" sz="1800" dirty="0">
                <a:solidFill>
                  <a:srgbClr val="002060"/>
                </a:solidFill>
                <a:latin typeface="標楷體" pitchFamily="65" charset="-120"/>
              </a:rPr>
              <a:t>）擔任顧問。</a:t>
            </a:r>
            <a:endParaRPr lang="en-US" altLang="zh-TW" sz="1800" dirty="0">
              <a:solidFill>
                <a:srgbClr val="002060"/>
              </a:solidFill>
              <a:latin typeface="標楷體" pitchFamily="65" charset="-120"/>
            </a:endParaRPr>
          </a:p>
          <a:p>
            <a:pPr marL="0" indent="0">
              <a:buNone/>
              <a:defRPr/>
            </a:pPr>
            <a:endParaRPr lang="en-US" altLang="zh-TW" sz="2100" dirty="0">
              <a:solidFill>
                <a:srgbClr val="002060"/>
              </a:solidFill>
              <a:latin typeface="標楷體" pitchFamily="65" charset="-120"/>
            </a:endParaRPr>
          </a:p>
        </p:txBody>
      </p:sp>
      <p:sp>
        <p:nvSpPr>
          <p:cNvPr id="2765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7A5ED6-FD20-418A-BFD3-0E6E8C53672E}" type="slidenum">
              <a:rPr kumimoji="0" lang="zh-TW" altLang="en-US" sz="105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050"/>
          </a:p>
        </p:txBody>
      </p:sp>
      <p:pic>
        <p:nvPicPr>
          <p:cNvPr id="27653" name="Picture 6" descr="http://ts2.mm.bing.net/th?id=H.4735546070338081&amp;pid=15.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4" y="1423392"/>
            <a:ext cx="2951893" cy="2868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1404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理論 </a:t>
            </a:r>
            <a:r>
              <a:rPr lang="en-US" altLang="zh-TW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v.s</a:t>
            </a:r>
            <a:r>
              <a:rPr lang="en-US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TW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模型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850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88650" y="3713996"/>
            <a:ext cx="5500509" cy="546858"/>
          </a:xfrm>
        </p:spPr>
        <p:txBody>
          <a:bodyPr>
            <a:normAutofit fontScale="90000"/>
          </a:bodyPr>
          <a:lstStyle/>
          <a:p>
            <a:b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</a:br>
            <a:r>
              <a:rPr lang="zh-TW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  <a:t>是什麼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  <a:t>(What) ?</a:t>
            </a:r>
            <a:r>
              <a:rPr lang="zh-TW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  <a:t>做什麼用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  <a:t>(How to use)?</a:t>
            </a:r>
            <a:br>
              <a:rPr lang="zh-TW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</a:b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39800"/>
              </a:highlight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3836" y="1118797"/>
            <a:ext cx="8281220" cy="1905174"/>
          </a:xfrm>
        </p:spPr>
        <p:txBody>
          <a:bodyPr>
            <a:normAutofit lnSpcReduction="10000"/>
          </a:bodyPr>
          <a:lstStyle/>
          <a:p>
            <a:r>
              <a:rPr lang="zh-TW" altLang="zh-TW" sz="1800" dirty="0"/>
              <a:t>是可以讓我們</a:t>
            </a:r>
            <a:r>
              <a:rPr lang="zh-TW" altLang="zh-TW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預測</a:t>
            </a:r>
            <a:r>
              <a:rPr lang="zh-TW" altLang="zh-TW" sz="1800" dirty="0"/>
              <a:t>未來</a:t>
            </a:r>
            <a:endParaRPr lang="en-US" altLang="zh-TW" sz="1800" dirty="0"/>
          </a:p>
          <a:p>
            <a:r>
              <a:rPr lang="zh-TW" altLang="zh-TW" sz="1800" dirty="0"/>
              <a:t>好的理論不會只運用在一些公司或一些人身上，而是適用各種情況</a:t>
            </a:r>
            <a:r>
              <a:rPr lang="en-US" altLang="zh-TW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一般化</a:t>
            </a:r>
            <a:r>
              <a:rPr lang="en-US" altLang="zh-TW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TW" altLang="zh-TW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zh-TW" sz="1800" dirty="0"/>
              <a:t>理論的價值可以幫我們分類、解釋</a:t>
            </a:r>
            <a:r>
              <a:rPr lang="en-US" altLang="zh-TW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zh-TW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關聯性與因果關係</a:t>
            </a:r>
            <a:r>
              <a:rPr lang="en-US" altLang="zh-TW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zh-TW" altLang="zh-TW" sz="1800" dirty="0"/>
              <a:t> 好的管理理可以指引我們，讓我們做出抉擇，不僅可用於</a:t>
            </a:r>
            <a:r>
              <a:rPr lang="zh-TW" altLang="zh-TW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商業與管理</a:t>
            </a:r>
            <a:r>
              <a:rPr lang="zh-TW" altLang="zh-TW" sz="1800" dirty="0"/>
              <a:t>，也可運用在</a:t>
            </a:r>
            <a:r>
              <a:rPr lang="zh-TW" altLang="zh-TW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人生的抉擇</a:t>
            </a:r>
            <a:r>
              <a:rPr lang="zh-TW" altLang="zh-TW" sz="1800" dirty="0"/>
              <a:t>。</a:t>
            </a:r>
            <a:endParaRPr lang="en-US" altLang="zh-TW" sz="1800" dirty="0"/>
          </a:p>
          <a:p>
            <a:r>
              <a:rPr lang="zh-TW" altLang="en-US" sz="1800" dirty="0"/>
              <a:t>理論預測</a:t>
            </a:r>
            <a:r>
              <a:rPr lang="zh-TW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人生的情節</a:t>
            </a:r>
            <a:endParaRPr lang="en-US" altLang="zh-TW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TW" dirty="0"/>
          </a:p>
          <a:p>
            <a:endParaRPr lang="zh-TW" altLang="zh-TW" dirty="0"/>
          </a:p>
          <a:p>
            <a:endParaRPr lang="zh-TW" altLang="zh-TW" dirty="0"/>
          </a:p>
          <a:p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2A07842-6FFE-12EE-6A6C-D826FAEAF5A6}"/>
              </a:ext>
            </a:extLst>
          </p:cNvPr>
          <p:cNvSpPr txBox="1"/>
          <p:nvPr/>
        </p:nvSpPr>
        <p:spPr>
          <a:xfrm>
            <a:off x="471507" y="3819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理論</a:t>
            </a:r>
            <a:endParaRPr lang="zh-TW" altLang="en-US" dirty="0">
              <a:solidFill>
                <a:schemeClr val="bg1"/>
              </a:solidFill>
              <a:highlight>
                <a:srgbClr val="F398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5190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2950" y="2721374"/>
            <a:ext cx="6447501" cy="990600"/>
          </a:xfrm>
        </p:spPr>
        <p:txBody>
          <a:bodyPr>
            <a:normAutofit fontScale="90000"/>
          </a:bodyPr>
          <a:lstStyle/>
          <a:p>
            <a:b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</a:br>
            <a:r>
              <a:rPr lang="zh-TW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  <a:t>模型是什麼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  <a:t>(What) ?</a:t>
            </a:r>
            <a:r>
              <a:rPr lang="zh-TW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  <a:t>做什麼用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  <a:t>(How to use)?</a:t>
            </a:r>
            <a:br>
              <a:rPr lang="zh-TW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</a:rPr>
            </a:b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39800"/>
              </a:highlight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4574" y="1657017"/>
            <a:ext cx="8281220" cy="790936"/>
          </a:xfrm>
        </p:spPr>
        <p:txBody>
          <a:bodyPr/>
          <a:lstStyle/>
          <a:p>
            <a:r>
              <a:rPr lang="en-US" altLang="zh-TW" dirty="0"/>
              <a:t> </a:t>
            </a:r>
            <a:r>
              <a:rPr lang="zh-TW" altLang="en-US" sz="1800" dirty="0"/>
              <a:t>使用簡單的符號與方法，去</a:t>
            </a:r>
            <a:r>
              <a:rPr lang="zh-TW" altLang="en-US" sz="1800" b="1" dirty="0">
                <a:solidFill>
                  <a:srgbClr val="FF0000"/>
                </a:solidFill>
              </a:rPr>
              <a:t>描述</a:t>
            </a:r>
            <a:r>
              <a:rPr lang="zh-TW" altLang="en-US" sz="1800" dirty="0"/>
              <a:t>外在複雜的世界</a:t>
            </a:r>
            <a:endParaRPr lang="en-US" altLang="zh-TW" sz="1800" dirty="0"/>
          </a:p>
          <a:p>
            <a:pPr lvl="1"/>
            <a:r>
              <a:rPr lang="en-US" altLang="zh-TW" sz="1650" dirty="0"/>
              <a:t>Ex: </a:t>
            </a:r>
            <a:r>
              <a:rPr lang="zh-TW" altLang="en-US" sz="1650" u="sng" dirty="0">
                <a:solidFill>
                  <a:srgbClr val="0000FF"/>
                </a:solidFill>
              </a:rPr>
              <a:t>用功</a:t>
            </a:r>
            <a:r>
              <a:rPr lang="zh-TW" altLang="en-US" sz="1650" dirty="0"/>
              <a:t>與</a:t>
            </a:r>
            <a:r>
              <a:rPr lang="zh-TW" altLang="en-US" sz="1650" u="sng" dirty="0">
                <a:solidFill>
                  <a:srgbClr val="0000FF"/>
                </a:solidFill>
              </a:rPr>
              <a:t>成績</a:t>
            </a:r>
            <a:r>
              <a:rPr lang="zh-TW" altLang="en-US" sz="1650" dirty="0"/>
              <a:t>的關係</a:t>
            </a:r>
            <a:endParaRPr lang="zh-TW" altLang="zh-TW" sz="1650" dirty="0"/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766ABA5-8484-236A-30B8-EDC12ABFC0A8}"/>
              </a:ext>
            </a:extLst>
          </p:cNvPr>
          <p:cNvSpPr txBox="1"/>
          <p:nvPr/>
        </p:nvSpPr>
        <p:spPr>
          <a:xfrm>
            <a:off x="438015" y="3781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B81102C8-C879-473A-9FE4-2C4FAA2F91C4}"/>
              </a:ext>
            </a:extLst>
          </p:cNvPr>
          <p:cNvGrpSpPr/>
          <p:nvPr/>
        </p:nvGrpSpPr>
        <p:grpSpPr>
          <a:xfrm>
            <a:off x="489420" y="1455835"/>
            <a:ext cx="8165160" cy="3652200"/>
            <a:chOff x="669940" y="2020830"/>
            <a:chExt cx="8165160" cy="365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58B0CDCF-B764-4D7F-BE4F-11149F53A709}"/>
                    </a:ext>
                  </a:extLst>
                </p14:cNvPr>
                <p14:cNvContentPartPr/>
                <p14:nvPr/>
              </p14:nvContentPartPr>
              <p14:xfrm>
                <a:off x="1961640" y="3604680"/>
                <a:ext cx="5524560" cy="116568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58B0CDCF-B764-4D7F-BE4F-11149F53A70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52280" y="3595320"/>
                  <a:ext cx="5543280" cy="11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BC86F806-5A5B-4D1B-B90B-20D89C4B7B37}"/>
                    </a:ext>
                  </a:extLst>
                </p14:cNvPr>
                <p14:cNvContentPartPr/>
                <p14:nvPr/>
              </p14:nvContentPartPr>
              <p14:xfrm>
                <a:off x="4193280" y="3476880"/>
                <a:ext cx="1083240" cy="143604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BC86F806-5A5B-4D1B-B90B-20D89C4B7B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83920" y="3467520"/>
                  <a:ext cx="1101960" cy="14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E38B65E2-F0D2-4D6C-934E-B4B9269B65DE}"/>
                    </a:ext>
                  </a:extLst>
                </p14:cNvPr>
                <p14:cNvContentPartPr/>
                <p14:nvPr/>
              </p14:nvContentPartPr>
              <p14:xfrm>
                <a:off x="673920" y="3429720"/>
                <a:ext cx="7079040" cy="224280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E38B65E2-F0D2-4D6C-934E-B4B9269B65D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4560" y="3420360"/>
                  <a:ext cx="7097760" cy="226152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A713754E-8ACA-42AE-9E3D-E3EA6BCEB398}"/>
                </a:ext>
              </a:extLst>
            </p:cNvPr>
            <p:cNvGrpSpPr/>
            <p:nvPr/>
          </p:nvGrpSpPr>
          <p:grpSpPr>
            <a:xfrm>
              <a:off x="669940" y="2020830"/>
              <a:ext cx="8165160" cy="3652200"/>
              <a:chOff x="669940" y="2020830"/>
              <a:chExt cx="8165160" cy="3652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0" name="筆跡 9">
                    <a:extLst>
                      <a:ext uri="{FF2B5EF4-FFF2-40B4-BE49-F238E27FC236}">
                        <a16:creationId xmlns:a16="http://schemas.microsoft.com/office/drawing/2014/main" id="{D5189682-0813-4CDF-85CC-AB2384F04DC9}"/>
                      </a:ext>
                    </a:extLst>
                  </p14:cNvPr>
                  <p14:cNvContentPartPr/>
                  <p14:nvPr/>
                </p14:nvContentPartPr>
                <p14:xfrm>
                  <a:off x="669940" y="4038270"/>
                  <a:ext cx="1232280" cy="190800"/>
                </p14:xfrm>
              </p:contentPart>
            </mc:Choice>
            <mc:Fallback xmlns="">
              <p:pic>
                <p:nvPicPr>
                  <p:cNvPr id="7" name="筆跡 6">
                    <a:extLst>
                      <a:ext uri="{FF2B5EF4-FFF2-40B4-BE49-F238E27FC236}">
                        <a16:creationId xmlns:a16="http://schemas.microsoft.com/office/drawing/2014/main" id="{D1457D71-7ADF-3333-CEFD-676C9924D854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661300" y="4029270"/>
                    <a:ext cx="1249920" cy="208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1" name="筆跡 10">
                    <a:extLst>
                      <a:ext uri="{FF2B5EF4-FFF2-40B4-BE49-F238E27FC236}">
                        <a16:creationId xmlns:a16="http://schemas.microsoft.com/office/drawing/2014/main" id="{AACEEA48-85BF-4D45-B04D-4FC72BEF8BA7}"/>
                      </a:ext>
                    </a:extLst>
                  </p14:cNvPr>
                  <p14:cNvContentPartPr/>
                  <p14:nvPr/>
                </p14:nvContentPartPr>
                <p14:xfrm>
                  <a:off x="1801420" y="3927390"/>
                  <a:ext cx="237600" cy="441720"/>
                </p14:xfrm>
              </p:contentPart>
            </mc:Choice>
            <mc:Fallback xmlns="">
              <p:pic>
                <p:nvPicPr>
                  <p:cNvPr id="8" name="筆跡 7">
                    <a:extLst>
                      <a:ext uri="{FF2B5EF4-FFF2-40B4-BE49-F238E27FC236}">
                        <a16:creationId xmlns:a16="http://schemas.microsoft.com/office/drawing/2014/main" id="{5D441F9A-182D-0397-292E-C90C04CCFBED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792420" y="3918390"/>
                    <a:ext cx="255240" cy="459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2" name="筆跡 11">
                    <a:extLst>
                      <a:ext uri="{FF2B5EF4-FFF2-40B4-BE49-F238E27FC236}">
                        <a16:creationId xmlns:a16="http://schemas.microsoft.com/office/drawing/2014/main" id="{2F42A4F6-0DB8-455B-888C-F4716B4400F1}"/>
                      </a:ext>
                    </a:extLst>
                  </p14:cNvPr>
                  <p14:cNvContentPartPr/>
                  <p14:nvPr/>
                </p14:nvContentPartPr>
                <p14:xfrm>
                  <a:off x="1218220" y="4150950"/>
                  <a:ext cx="631800" cy="1387800"/>
                </p14:xfrm>
              </p:contentPart>
            </mc:Choice>
            <mc:Fallback xmlns="">
              <p:pic>
                <p:nvPicPr>
                  <p:cNvPr id="13" name="筆跡 12">
                    <a:extLst>
                      <a:ext uri="{FF2B5EF4-FFF2-40B4-BE49-F238E27FC236}">
                        <a16:creationId xmlns:a16="http://schemas.microsoft.com/office/drawing/2014/main" id="{D7E91DF1-17E4-09CB-0FF7-3C9D4FBC99E3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209580" y="4142310"/>
                    <a:ext cx="649440" cy="1405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3" name="筆跡 12">
                    <a:extLst>
                      <a:ext uri="{FF2B5EF4-FFF2-40B4-BE49-F238E27FC236}">
                        <a16:creationId xmlns:a16="http://schemas.microsoft.com/office/drawing/2014/main" id="{94702053-6E57-45EB-8E76-82A314FC5FE0}"/>
                      </a:ext>
                    </a:extLst>
                  </p14:cNvPr>
                  <p14:cNvContentPartPr/>
                  <p14:nvPr/>
                </p14:nvContentPartPr>
                <p14:xfrm>
                  <a:off x="1737700" y="2020830"/>
                  <a:ext cx="6769080" cy="3652200"/>
                </p14:xfrm>
              </p:contentPart>
            </mc:Choice>
            <mc:Fallback xmlns="">
              <p:pic>
                <p:nvPicPr>
                  <p:cNvPr id="14" name="筆跡 13">
                    <a:extLst>
                      <a:ext uri="{FF2B5EF4-FFF2-40B4-BE49-F238E27FC236}">
                        <a16:creationId xmlns:a16="http://schemas.microsoft.com/office/drawing/2014/main" id="{337B335D-1960-3D64-D10D-0A44E74BD8FB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728700" y="2012190"/>
                    <a:ext cx="6786720" cy="3669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4" name="筆跡 13">
                    <a:extLst>
                      <a:ext uri="{FF2B5EF4-FFF2-40B4-BE49-F238E27FC236}">
                        <a16:creationId xmlns:a16="http://schemas.microsoft.com/office/drawing/2014/main" id="{7BC5065C-701D-4087-B64C-D350FAADD719}"/>
                      </a:ext>
                    </a:extLst>
                  </p14:cNvPr>
                  <p14:cNvContentPartPr/>
                  <p14:nvPr/>
                </p14:nvContentPartPr>
                <p14:xfrm>
                  <a:off x="2216500" y="3947550"/>
                  <a:ext cx="63720" cy="934560"/>
                </p14:xfrm>
              </p:contentPart>
            </mc:Choice>
            <mc:Fallback xmlns="">
              <p:pic>
                <p:nvPicPr>
                  <p:cNvPr id="16" name="筆跡 15">
                    <a:extLst>
                      <a:ext uri="{FF2B5EF4-FFF2-40B4-BE49-F238E27FC236}">
                        <a16:creationId xmlns:a16="http://schemas.microsoft.com/office/drawing/2014/main" id="{38E82665-C77B-A13F-0D94-04837D12C36E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2207500" y="3938550"/>
                    <a:ext cx="81360" cy="952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5" name="筆跡 14">
                    <a:extLst>
                      <a:ext uri="{FF2B5EF4-FFF2-40B4-BE49-F238E27FC236}">
                        <a16:creationId xmlns:a16="http://schemas.microsoft.com/office/drawing/2014/main" id="{774B3CCB-567C-4ADD-B208-811891A40F69}"/>
                      </a:ext>
                    </a:extLst>
                  </p14:cNvPr>
                  <p14:cNvContentPartPr/>
                  <p14:nvPr/>
                </p14:nvContentPartPr>
                <p14:xfrm>
                  <a:off x="2326660" y="3709230"/>
                  <a:ext cx="1950120" cy="975960"/>
                </p14:xfrm>
              </p:contentPart>
            </mc:Choice>
            <mc:Fallback xmlns="">
              <p:pic>
                <p:nvPicPr>
                  <p:cNvPr id="17" name="筆跡 16">
                    <a:extLst>
                      <a:ext uri="{FF2B5EF4-FFF2-40B4-BE49-F238E27FC236}">
                        <a16:creationId xmlns:a16="http://schemas.microsoft.com/office/drawing/2014/main" id="{BCF342AF-7998-9015-9367-31B16B5CD8DE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2317660" y="3700230"/>
                    <a:ext cx="1967760" cy="993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6" name="筆跡 15">
                    <a:extLst>
                      <a:ext uri="{FF2B5EF4-FFF2-40B4-BE49-F238E27FC236}">
                        <a16:creationId xmlns:a16="http://schemas.microsoft.com/office/drawing/2014/main" id="{D796E02F-6088-4147-B45C-72CF3B43F401}"/>
                      </a:ext>
                    </a:extLst>
                  </p14:cNvPr>
                  <p14:cNvContentPartPr/>
                  <p14:nvPr/>
                </p14:nvContentPartPr>
                <p14:xfrm>
                  <a:off x="7174060" y="3859350"/>
                  <a:ext cx="1661040" cy="201960"/>
                </p14:xfrm>
              </p:contentPart>
            </mc:Choice>
            <mc:Fallback xmlns="">
              <p:pic>
                <p:nvPicPr>
                  <p:cNvPr id="10" name="筆跡 9">
                    <a:extLst>
                      <a:ext uri="{FF2B5EF4-FFF2-40B4-BE49-F238E27FC236}">
                        <a16:creationId xmlns:a16="http://schemas.microsoft.com/office/drawing/2014/main" id="{7347C492-D874-6EED-5A7B-576C892E2D4E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7165420" y="3850350"/>
                    <a:ext cx="1678680" cy="21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17" name="筆跡 16">
                    <a:extLst>
                      <a:ext uri="{FF2B5EF4-FFF2-40B4-BE49-F238E27FC236}">
                        <a16:creationId xmlns:a16="http://schemas.microsoft.com/office/drawing/2014/main" id="{F8C6C935-2DF9-48FE-A59E-1044DF17E9C9}"/>
                      </a:ext>
                    </a:extLst>
                  </p14:cNvPr>
                  <p14:cNvContentPartPr/>
                  <p14:nvPr/>
                </p14:nvContentPartPr>
                <p14:xfrm>
                  <a:off x="6954820" y="3547590"/>
                  <a:ext cx="790560" cy="1057320"/>
                </p14:xfrm>
              </p:contentPart>
            </mc:Choice>
            <mc:Fallback xmlns="">
              <p:pic>
                <p:nvPicPr>
                  <p:cNvPr id="11" name="筆跡 10">
                    <a:extLst>
                      <a:ext uri="{FF2B5EF4-FFF2-40B4-BE49-F238E27FC236}">
                        <a16:creationId xmlns:a16="http://schemas.microsoft.com/office/drawing/2014/main" id="{33D26985-370C-E2E6-91FA-7275D4592479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6946180" y="3538590"/>
                    <a:ext cx="808200" cy="1074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18" name="筆跡 17">
                    <a:extLst>
                      <a:ext uri="{FF2B5EF4-FFF2-40B4-BE49-F238E27FC236}">
                        <a16:creationId xmlns:a16="http://schemas.microsoft.com/office/drawing/2014/main" id="{F38DBD7B-6C08-4D71-9925-4A9E6B116237}"/>
                      </a:ext>
                    </a:extLst>
                  </p14:cNvPr>
                  <p14:cNvContentPartPr/>
                  <p14:nvPr/>
                </p14:nvContentPartPr>
                <p14:xfrm>
                  <a:off x="5684380" y="3961950"/>
                  <a:ext cx="52560" cy="726120"/>
                </p14:xfrm>
              </p:contentPart>
            </mc:Choice>
            <mc:Fallback xmlns="">
              <p:pic>
                <p:nvPicPr>
                  <p:cNvPr id="18" name="筆跡 17">
                    <a:extLst>
                      <a:ext uri="{FF2B5EF4-FFF2-40B4-BE49-F238E27FC236}">
                        <a16:creationId xmlns:a16="http://schemas.microsoft.com/office/drawing/2014/main" id="{29A05BF9-C278-0C95-B989-45C920FCF205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5675740" y="3953310"/>
                    <a:ext cx="70200" cy="743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19" name="筆跡 18">
                    <a:extLst>
                      <a:ext uri="{FF2B5EF4-FFF2-40B4-BE49-F238E27FC236}">
                        <a16:creationId xmlns:a16="http://schemas.microsoft.com/office/drawing/2014/main" id="{F8E77805-C435-48D0-B703-CE8FD9B41719}"/>
                      </a:ext>
                    </a:extLst>
                  </p14:cNvPr>
                  <p14:cNvContentPartPr/>
                  <p14:nvPr/>
                </p14:nvContentPartPr>
                <p14:xfrm>
                  <a:off x="5771860" y="3615270"/>
                  <a:ext cx="1797120" cy="827280"/>
                </p14:xfrm>
              </p:contentPart>
            </mc:Choice>
            <mc:Fallback xmlns="">
              <p:pic>
                <p:nvPicPr>
                  <p:cNvPr id="19" name="筆跡 18">
                    <a:extLst>
                      <a:ext uri="{FF2B5EF4-FFF2-40B4-BE49-F238E27FC236}">
                        <a16:creationId xmlns:a16="http://schemas.microsoft.com/office/drawing/2014/main" id="{C274EB90-8B7B-893E-E9B2-117D7F87045E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5763220" y="3606630"/>
                    <a:ext cx="1814760" cy="844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20" name="筆跡 19">
                    <a:extLst>
                      <a:ext uri="{FF2B5EF4-FFF2-40B4-BE49-F238E27FC236}">
                        <a16:creationId xmlns:a16="http://schemas.microsoft.com/office/drawing/2014/main" id="{43CFBB18-48EC-4F9E-9C37-A9DC2999BA05}"/>
                      </a:ext>
                    </a:extLst>
                  </p14:cNvPr>
                  <p14:cNvContentPartPr/>
                  <p14:nvPr/>
                </p14:nvContentPartPr>
                <p14:xfrm>
                  <a:off x="6000460" y="4501590"/>
                  <a:ext cx="1394640" cy="69840"/>
                </p14:xfrm>
              </p:contentPart>
            </mc:Choice>
            <mc:Fallback xmlns="">
              <p:pic>
                <p:nvPicPr>
                  <p:cNvPr id="20" name="筆跡 19">
                    <a:extLst>
                      <a:ext uri="{FF2B5EF4-FFF2-40B4-BE49-F238E27FC236}">
                        <a16:creationId xmlns:a16="http://schemas.microsoft.com/office/drawing/2014/main" id="{EFD2C298-E0BA-3FBE-1F0B-39A8370C4DCD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5991460" y="4492950"/>
                    <a:ext cx="1412280" cy="87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21" name="筆跡 20">
                    <a:extLst>
                      <a:ext uri="{FF2B5EF4-FFF2-40B4-BE49-F238E27FC236}">
                        <a16:creationId xmlns:a16="http://schemas.microsoft.com/office/drawing/2014/main" id="{34A86C2B-325C-4A33-A959-B34776123F76}"/>
                      </a:ext>
                    </a:extLst>
                  </p14:cNvPr>
                  <p14:cNvContentPartPr/>
                  <p14:nvPr/>
                </p14:nvContentPartPr>
                <p14:xfrm>
                  <a:off x="7310500" y="4564230"/>
                  <a:ext cx="21600" cy="15840"/>
                </p14:xfrm>
              </p:contentPart>
            </mc:Choice>
            <mc:Fallback xmlns="">
              <p:pic>
                <p:nvPicPr>
                  <p:cNvPr id="21" name="筆跡 20">
                    <a:extLst>
                      <a:ext uri="{FF2B5EF4-FFF2-40B4-BE49-F238E27FC236}">
                        <a16:creationId xmlns:a16="http://schemas.microsoft.com/office/drawing/2014/main" id="{ABE14D4E-96C3-5703-D432-6E856B0C7C8D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7301500" y="4555590"/>
                    <a:ext cx="39240" cy="33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22" name="筆跡 21">
                    <a:extLst>
                      <a:ext uri="{FF2B5EF4-FFF2-40B4-BE49-F238E27FC236}">
                        <a16:creationId xmlns:a16="http://schemas.microsoft.com/office/drawing/2014/main" id="{6C7BECBD-F902-4BC1-B895-43EB81F76AD7}"/>
                      </a:ext>
                    </a:extLst>
                  </p14:cNvPr>
                  <p14:cNvContentPartPr/>
                  <p14:nvPr/>
                </p14:nvContentPartPr>
                <p14:xfrm>
                  <a:off x="7323820" y="4550550"/>
                  <a:ext cx="61200" cy="22320"/>
                </p14:xfrm>
              </p:contentPart>
            </mc:Choice>
            <mc:Fallback xmlns="">
              <p:pic>
                <p:nvPicPr>
                  <p:cNvPr id="22" name="筆跡 21">
                    <a:extLst>
                      <a:ext uri="{FF2B5EF4-FFF2-40B4-BE49-F238E27FC236}">
                        <a16:creationId xmlns:a16="http://schemas.microsoft.com/office/drawing/2014/main" id="{A26863D4-85FF-F478-1A68-7298F5A7D188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7314820" y="4541550"/>
                    <a:ext cx="78840" cy="399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959934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595781" y="1445529"/>
            <a:ext cx="6447501" cy="1522151"/>
          </a:xfrm>
        </p:spPr>
        <p:txBody>
          <a:bodyPr>
            <a:normAutofit fontScale="90000"/>
          </a:bodyPr>
          <a:lstStyle/>
          <a:p>
            <a:r>
              <a:rPr lang="zh-TW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理論是否可靠，最好的檢驗方法</a:t>
            </a:r>
            <a:br>
              <a:rPr lang="en-US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zh-TW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是找出一些反常的例子，也就是</a:t>
            </a:r>
            <a:br>
              <a:rPr lang="en-US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zh-TW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該理論無法解釋的現象。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3148783" y="3375598"/>
            <a:ext cx="3052195" cy="645300"/>
          </a:xfrm>
        </p:spPr>
        <p:txBody>
          <a:bodyPr/>
          <a:lstStyle/>
          <a:p>
            <a:r>
              <a:rPr lang="zh-TW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支付高額薪水，績效不見得好</a:t>
            </a:r>
            <a:endParaRPr lang="en-US" altLang="zh-TW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所得不多，卻熱在工作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31D3026-BD44-C58B-CC4E-750B19B95709}"/>
              </a:ext>
            </a:extLst>
          </p:cNvPr>
          <p:cNvSpPr txBox="1"/>
          <p:nvPr/>
        </p:nvSpPr>
        <p:spPr>
          <a:xfrm>
            <a:off x="471507" y="38196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398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一般化</a:t>
            </a:r>
            <a:endParaRPr lang="zh-TW" altLang="en-US" dirty="0">
              <a:solidFill>
                <a:schemeClr val="bg1">
                  <a:lumMod val="95000"/>
                </a:schemeClr>
              </a:solidFill>
              <a:highlight>
                <a:srgbClr val="F398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495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393102" y="1110558"/>
            <a:ext cx="5944325" cy="3493883"/>
          </a:xfrm>
        </p:spPr>
        <p:txBody>
          <a:bodyPr>
            <a:normAutofit/>
          </a:bodyPr>
          <a:lstStyle/>
          <a:p>
            <a:pPr lvl="1"/>
            <a:r>
              <a:rPr lang="zh-TW" altLang="zh-TW" sz="1500" b="1" dirty="0">
                <a:solidFill>
                  <a:srgbClr val="0000FF"/>
                </a:solidFill>
              </a:rPr>
              <a:t>保健因子</a:t>
            </a:r>
            <a:r>
              <a:rPr lang="en-US" altLang="zh-TW" sz="1500" b="1" u="sng" dirty="0"/>
              <a:t>(</a:t>
            </a:r>
            <a:r>
              <a:rPr lang="en-US" altLang="zh-TW" sz="1500" b="1" dirty="0"/>
              <a:t>ex: </a:t>
            </a:r>
            <a:r>
              <a:rPr lang="zh-TW" altLang="zh-TW" sz="1500" b="1" dirty="0"/>
              <a:t>金錢、地位、穩定性與薪水</a:t>
            </a:r>
            <a:r>
              <a:rPr lang="en-US" altLang="zh-TW" sz="1500" b="1" dirty="0"/>
              <a:t>)</a:t>
            </a:r>
            <a:endParaRPr lang="zh-TW" altLang="zh-TW" sz="1500" dirty="0"/>
          </a:p>
          <a:p>
            <a:pPr lvl="2"/>
            <a:r>
              <a:rPr lang="zh-TW" altLang="zh-TW" sz="1500" b="1" dirty="0"/>
              <a:t>能</a:t>
            </a:r>
            <a:r>
              <a:rPr lang="zh-TW" altLang="zh-TW" sz="1500" b="1" dirty="0">
                <a:solidFill>
                  <a:srgbClr val="FFC000"/>
                </a:solidFill>
              </a:rPr>
              <a:t>減少不滿</a:t>
            </a:r>
            <a:r>
              <a:rPr lang="zh-TW" altLang="zh-TW" sz="1500" b="1" dirty="0"/>
              <a:t>但卻</a:t>
            </a:r>
            <a:r>
              <a:rPr lang="zh-TW" altLang="zh-TW" sz="1500" b="1" dirty="0">
                <a:solidFill>
                  <a:srgbClr val="FFC000"/>
                </a:solidFill>
              </a:rPr>
              <a:t>不能導致滿意</a:t>
            </a:r>
            <a:r>
              <a:rPr lang="zh-TW" altLang="en-US" sz="1500" b="1" dirty="0">
                <a:solidFill>
                  <a:srgbClr val="FFC000"/>
                </a:solidFill>
              </a:rPr>
              <a:t> </a:t>
            </a:r>
            <a:r>
              <a:rPr lang="en-US" altLang="zh-TW" sz="1500" b="1" u="sng" dirty="0"/>
              <a:t>(</a:t>
            </a:r>
            <a:r>
              <a:rPr lang="zh-TW" altLang="en-US" sz="1500" b="1" u="sng" dirty="0"/>
              <a:t>只能確保最低表現</a:t>
            </a:r>
            <a:r>
              <a:rPr lang="en-US" altLang="zh-TW" sz="1500" b="1" u="sng" dirty="0"/>
              <a:t>)</a:t>
            </a:r>
            <a:endParaRPr lang="zh-TW" altLang="zh-TW" sz="1500" b="1" u="sng" dirty="0"/>
          </a:p>
          <a:p>
            <a:pPr lvl="2"/>
            <a:r>
              <a:rPr lang="zh-TW" altLang="zh-TW" sz="1500" b="1" dirty="0"/>
              <a:t>樂在工作的</a:t>
            </a:r>
            <a:r>
              <a:rPr lang="zh-TW" altLang="zh-TW" sz="1500" b="1" dirty="0">
                <a:solidFill>
                  <a:srgbClr val="FFC000"/>
                </a:solidFill>
              </a:rPr>
              <a:t>副產品</a:t>
            </a:r>
            <a:r>
              <a:rPr lang="zh-TW" altLang="zh-TW" sz="1500" b="1" dirty="0"/>
              <a:t>，而</a:t>
            </a:r>
            <a:r>
              <a:rPr lang="zh-TW" altLang="zh-TW" sz="1500" b="1" dirty="0">
                <a:solidFill>
                  <a:srgbClr val="FFC000"/>
                </a:solidFill>
              </a:rPr>
              <a:t>非快樂源頭</a:t>
            </a:r>
          </a:p>
          <a:p>
            <a:pPr lvl="2"/>
            <a:r>
              <a:rPr lang="zh-TW" altLang="zh-TW" sz="1500" b="1" dirty="0">
                <a:solidFill>
                  <a:srgbClr val="FFC000"/>
                </a:solidFill>
              </a:rPr>
              <a:t>成功的裝飾品</a:t>
            </a:r>
            <a:r>
              <a:rPr lang="en-US" altLang="zh-TW" sz="1500" b="1" dirty="0"/>
              <a:t>(ex:</a:t>
            </a:r>
            <a:r>
              <a:rPr lang="zh-TW" altLang="zh-TW" sz="1500" b="1" dirty="0"/>
              <a:t>更高的薪水、更尊貴的頭銜、更豪華的辦公室</a:t>
            </a:r>
            <a:r>
              <a:rPr lang="en-US" altLang="zh-TW" sz="1500" b="1" dirty="0"/>
              <a:t>)</a:t>
            </a:r>
            <a:endParaRPr lang="zh-TW" altLang="zh-TW" sz="1500" dirty="0"/>
          </a:p>
          <a:p>
            <a:pPr lvl="1"/>
            <a:r>
              <a:rPr lang="zh-TW" altLang="zh-TW" sz="1500" b="1" dirty="0">
                <a:solidFill>
                  <a:srgbClr val="0000FF"/>
                </a:solidFill>
              </a:rPr>
              <a:t>激勵因子</a:t>
            </a:r>
            <a:r>
              <a:rPr lang="en-US" altLang="zh-TW" sz="1500" b="1" u="sng" dirty="0"/>
              <a:t>(</a:t>
            </a:r>
            <a:r>
              <a:rPr lang="en-US" altLang="zh-TW" sz="1500" b="1" dirty="0"/>
              <a:t>ex:</a:t>
            </a:r>
            <a:r>
              <a:rPr lang="zh-TW" altLang="zh-TW" sz="1500" b="1" dirty="0"/>
              <a:t>挑戰性的工作、責任</a:t>
            </a:r>
            <a:r>
              <a:rPr lang="en-US" altLang="zh-TW" sz="1500" b="1" dirty="0"/>
              <a:t>(</a:t>
            </a:r>
            <a:r>
              <a:rPr lang="zh-TW" altLang="zh-TW" sz="1500" b="1" dirty="0"/>
              <a:t>成為團隊中的要角</a:t>
            </a:r>
            <a:r>
              <a:rPr lang="en-US" altLang="zh-TW" sz="1500" b="1" dirty="0"/>
              <a:t>)</a:t>
            </a:r>
            <a:r>
              <a:rPr lang="zh-TW" altLang="zh-TW" sz="1500" b="1" dirty="0"/>
              <a:t>與成長</a:t>
            </a:r>
            <a:r>
              <a:rPr lang="en-US" altLang="zh-TW" sz="1500" b="1" dirty="0"/>
              <a:t>(</a:t>
            </a:r>
            <a:r>
              <a:rPr lang="zh-TW" altLang="zh-TW" sz="1500" b="1" dirty="0"/>
              <a:t>學到東西的感覺</a:t>
            </a:r>
            <a:r>
              <a:rPr lang="en-US" altLang="zh-TW" sz="1500" b="1" dirty="0"/>
              <a:t>))</a:t>
            </a:r>
            <a:endParaRPr lang="zh-TW" altLang="zh-TW" sz="1500" dirty="0"/>
          </a:p>
          <a:p>
            <a:pPr lvl="2"/>
            <a:r>
              <a:rPr lang="zh-TW" altLang="zh-TW" sz="1500" b="1" dirty="0"/>
              <a:t>能使成員貢獻出較佳的表現。</a:t>
            </a:r>
            <a:endParaRPr lang="zh-TW" altLang="zh-TW" sz="1500" dirty="0"/>
          </a:p>
          <a:p>
            <a:pPr lvl="2"/>
            <a:r>
              <a:rPr lang="zh-TW" altLang="zh-TW" sz="1500" b="1" dirty="0"/>
              <a:t>換言之，只有工作本身、受賞識感、升遷、個人成長與發展，能提供一個「</a:t>
            </a:r>
            <a:r>
              <a:rPr lang="zh-TW" altLang="zh-TW" sz="1500" b="1" dirty="0">
                <a:solidFill>
                  <a:srgbClr val="FFC000"/>
                </a:solidFill>
              </a:rPr>
              <a:t>情境</a:t>
            </a:r>
            <a:r>
              <a:rPr lang="zh-TW" altLang="zh-TW" sz="1500" b="1" dirty="0"/>
              <a:t>」在工作場所中</a:t>
            </a:r>
            <a:r>
              <a:rPr lang="zh-TW" altLang="zh-TW" sz="1500" b="1" dirty="0">
                <a:solidFill>
                  <a:srgbClr val="FFC000"/>
                </a:solidFill>
              </a:rPr>
              <a:t>激勵成員的行為</a:t>
            </a:r>
            <a:r>
              <a:rPr lang="zh-TW" altLang="zh-TW" sz="1500" b="1" dirty="0"/>
              <a:t>。</a:t>
            </a:r>
            <a:endParaRPr lang="zh-TW" altLang="zh-TW" sz="1500" dirty="0"/>
          </a:p>
          <a:p>
            <a:pPr lvl="1" eaLnBrk="1" hangingPunct="1"/>
            <a:endParaRPr lang="zh-TW" altLang="en-US" sz="1800" dirty="0">
              <a:solidFill>
                <a:srgbClr val="002060"/>
              </a:solidFill>
              <a:latin typeface="標楷體" panose="03000509000000000000" pitchFamily="65" charset="-120"/>
            </a:endParaRPr>
          </a:p>
        </p:txBody>
      </p:sp>
      <p:sp>
        <p:nvSpPr>
          <p:cNvPr id="3891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73CD1E-4372-478B-8C1D-C9302D161EA4}" type="slidenum">
              <a:rPr kumimoji="0" lang="zh-TW" altLang="en-US" sz="105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05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5A8639E-3AAD-7F69-7A6F-5F651574D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2" y="341052"/>
            <a:ext cx="4225859" cy="467916"/>
          </a:xfrm>
        </p:spPr>
        <p:txBody>
          <a:bodyPr>
            <a:normAutofit/>
          </a:bodyPr>
          <a:lstStyle/>
          <a:p>
            <a:pPr lvl="1" algn="l" defTabSz="342900" rtl="0">
              <a:spcBef>
                <a:spcPct val="0"/>
              </a:spcBef>
            </a:pPr>
            <a:r>
              <a:rPr lang="zh-TW" altLang="en-US" sz="2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雙因子理論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49769AF-8D9C-F702-3469-BCFE175F2901}"/>
              </a:ext>
            </a:extLst>
          </p:cNvPr>
          <p:cNvSpPr txBox="1">
            <a:spLocks noChangeArrowheads="1"/>
          </p:cNvSpPr>
          <p:nvPr/>
        </p:nvSpPr>
        <p:spPr>
          <a:xfrm>
            <a:off x="1500541" y="4175421"/>
            <a:ext cx="6274086" cy="1034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2100" dirty="0">
                <a:solidFill>
                  <a:srgbClr val="002060"/>
                </a:solidFill>
                <a:latin typeface="標楷體" pitchFamily="65" charset="-120"/>
              </a:rPr>
              <a:t>此理論套用在人生則可讓人思考，當初在做生涯選擇時是依據保健因子還是激勵因子，則可</a:t>
            </a:r>
            <a:r>
              <a:rPr lang="zh-TW" altLang="en-US" sz="2100" b="1" dirty="0">
                <a:solidFill>
                  <a:srgbClr val="FF0000"/>
                </a:solidFill>
                <a:latin typeface="標楷體" pitchFamily="65" charset="-120"/>
              </a:rPr>
              <a:t>預測未來</a:t>
            </a:r>
            <a:r>
              <a:rPr lang="zh-TW" altLang="en-US" sz="2100" dirty="0">
                <a:solidFill>
                  <a:srgbClr val="002060"/>
                </a:solidFill>
                <a:latin typeface="標楷體" pitchFamily="65" charset="-120"/>
              </a:rPr>
              <a:t>是否會</a:t>
            </a:r>
            <a:r>
              <a:rPr lang="zh-TW" altLang="en-US" sz="2100" b="1" dirty="0">
                <a:solidFill>
                  <a:srgbClr val="FF0000"/>
                </a:solidFill>
                <a:latin typeface="標楷體" pitchFamily="65" charset="-120"/>
              </a:rPr>
              <a:t>熱愛工作</a:t>
            </a:r>
            <a:r>
              <a:rPr lang="zh-TW" altLang="en-US" sz="2100" dirty="0">
                <a:solidFill>
                  <a:srgbClr val="002060"/>
                </a:solidFill>
                <a:latin typeface="標楷體" pitchFamily="65" charset="-120"/>
              </a:rPr>
              <a:t>。</a:t>
            </a:r>
            <a:endParaRPr lang="en-US" altLang="zh-TW" sz="2100" dirty="0">
              <a:solidFill>
                <a:srgbClr val="002060"/>
              </a:solidFill>
              <a:latin typeface="標楷體" pitchFamily="65" charset="-120"/>
            </a:endParaRPr>
          </a:p>
          <a:p>
            <a:pPr>
              <a:defRPr/>
            </a:pPr>
            <a:endParaRPr lang="en-US" altLang="zh-TW" sz="2700" dirty="0">
              <a:solidFill>
                <a:srgbClr val="002060"/>
              </a:solidFill>
              <a:latin typeface="標楷體" pitchFamily="65" charset="-12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TW" altLang="en-US" sz="2700" dirty="0">
              <a:solidFill>
                <a:srgbClr val="002060"/>
              </a:solidFill>
              <a:latin typeface="標楷體" pitchFamily="65" charset="-120"/>
            </a:endParaRPr>
          </a:p>
          <a:p>
            <a:pPr>
              <a:defRPr/>
            </a:pPr>
            <a:endParaRPr lang="en-US" altLang="zh-TW" sz="2700" u="sng" dirty="0"/>
          </a:p>
        </p:txBody>
      </p:sp>
    </p:spTree>
    <p:extLst>
      <p:ext uri="{BB962C8B-B14F-4D97-AF65-F5344CB8AC3E}">
        <p14:creationId xmlns:p14="http://schemas.microsoft.com/office/powerpoint/2010/main" val="3683759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882088" y="1527076"/>
            <a:ext cx="6274086" cy="1034003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100" dirty="0">
                <a:solidFill>
                  <a:srgbClr val="002060"/>
                </a:solidFill>
                <a:latin typeface="標楷體" pitchFamily="65" charset="-120"/>
              </a:rPr>
              <a:t>此理論套用在人生則可讓人思考，當初在做生涯選擇時是依據保健因子還是激勵因子，則可</a:t>
            </a:r>
            <a:r>
              <a:rPr lang="zh-TW" altLang="en-US" sz="2100" b="1" dirty="0">
                <a:solidFill>
                  <a:srgbClr val="FF0000"/>
                </a:solidFill>
                <a:latin typeface="標楷體" pitchFamily="65" charset="-120"/>
              </a:rPr>
              <a:t>預測未來</a:t>
            </a:r>
            <a:r>
              <a:rPr lang="zh-TW" altLang="en-US" sz="2100" dirty="0">
                <a:solidFill>
                  <a:srgbClr val="002060"/>
                </a:solidFill>
                <a:latin typeface="標楷體" pitchFamily="65" charset="-120"/>
              </a:rPr>
              <a:t>是否會</a:t>
            </a:r>
            <a:r>
              <a:rPr lang="zh-TW" altLang="en-US" sz="2100" b="1" dirty="0">
                <a:solidFill>
                  <a:srgbClr val="FF0000"/>
                </a:solidFill>
                <a:latin typeface="標楷體" pitchFamily="65" charset="-120"/>
              </a:rPr>
              <a:t>熱愛工作</a:t>
            </a:r>
            <a:r>
              <a:rPr lang="zh-TW" altLang="en-US" sz="2100" dirty="0">
                <a:solidFill>
                  <a:srgbClr val="002060"/>
                </a:solidFill>
                <a:latin typeface="標楷體" pitchFamily="65" charset="-120"/>
              </a:rPr>
              <a:t>。</a:t>
            </a:r>
            <a:endParaRPr lang="en-US" altLang="zh-TW" sz="2100" dirty="0">
              <a:solidFill>
                <a:srgbClr val="002060"/>
              </a:solidFill>
              <a:latin typeface="標楷體" pitchFamily="65" charset="-120"/>
            </a:endParaRPr>
          </a:p>
          <a:p>
            <a:pPr eaLnBrk="1" hangingPunct="1">
              <a:defRPr/>
            </a:pPr>
            <a:endParaRPr lang="en-US" altLang="zh-TW" sz="2700" dirty="0">
              <a:solidFill>
                <a:srgbClr val="002060"/>
              </a:solidFill>
              <a:latin typeface="標楷體" pitchFamily="65" charset="-120"/>
            </a:endParaRPr>
          </a:p>
          <a:p>
            <a:pPr marL="0" indent="0">
              <a:buNone/>
              <a:defRPr/>
            </a:pPr>
            <a:endParaRPr lang="zh-TW" altLang="en-US" sz="2700" dirty="0">
              <a:solidFill>
                <a:srgbClr val="002060"/>
              </a:solidFill>
              <a:latin typeface="標楷體" pitchFamily="65" charset="-120"/>
            </a:endParaRPr>
          </a:p>
          <a:p>
            <a:pPr eaLnBrk="1" hangingPunct="1">
              <a:defRPr/>
            </a:pPr>
            <a:endParaRPr lang="en-US" altLang="zh-TW" sz="2700" u="sng" dirty="0"/>
          </a:p>
        </p:txBody>
      </p:sp>
      <p:sp>
        <p:nvSpPr>
          <p:cNvPr id="3993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20A7DE-EADA-4B1D-BB38-77EEFDA818BD}" type="slidenum">
              <a:rPr kumimoji="0" lang="zh-TW" altLang="en-US" sz="105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05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5F3F3B9-3A45-016A-44E1-5237B305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2" y="341052"/>
            <a:ext cx="4225859" cy="467916"/>
          </a:xfrm>
        </p:spPr>
        <p:txBody>
          <a:bodyPr>
            <a:normAutofit/>
          </a:bodyPr>
          <a:lstStyle/>
          <a:p>
            <a:pPr lvl="1" algn="l" defTabSz="342900" rtl="0">
              <a:spcBef>
                <a:spcPct val="0"/>
              </a:spcBef>
            </a:pPr>
            <a:r>
              <a:rPr lang="zh-TW" altLang="en-US" sz="2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雙因子理論</a:t>
            </a:r>
          </a:p>
        </p:txBody>
      </p:sp>
    </p:spTree>
    <p:extLst>
      <p:ext uri="{BB962C8B-B14F-4D97-AF65-F5344CB8AC3E}">
        <p14:creationId xmlns:p14="http://schemas.microsoft.com/office/powerpoint/2010/main" val="211590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9674" y="454492"/>
            <a:ext cx="6447501" cy="577133"/>
          </a:xfrm>
        </p:spPr>
        <p:txBody>
          <a:bodyPr>
            <a:normAutofit fontScale="90000"/>
          </a:bodyPr>
          <a:lstStyle/>
          <a:p>
            <a:r>
              <a:rPr lang="zh-TW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工作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0404" y="1113163"/>
            <a:ext cx="8259128" cy="3287852"/>
          </a:xfrm>
        </p:spPr>
        <p:txBody>
          <a:bodyPr>
            <a:normAutofit/>
          </a:bodyPr>
          <a:lstStyle/>
          <a:p>
            <a:r>
              <a:rPr lang="zh-TW" altLang="zh-TW" sz="2400" dirty="0"/>
              <a:t>只有</a:t>
            </a:r>
            <a:r>
              <a:rPr lang="zh-TW" altLang="zh-TW" sz="2400" b="1" dirty="0">
                <a:solidFill>
                  <a:srgbClr val="FF0000"/>
                </a:solidFill>
              </a:rPr>
              <a:t>熱愛</a:t>
            </a:r>
            <a:r>
              <a:rPr lang="zh-TW" altLang="zh-TW" sz="2400" dirty="0"/>
              <a:t>你的工作，才能做出</a:t>
            </a:r>
            <a:r>
              <a:rPr lang="zh-TW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偉大</a:t>
            </a:r>
            <a:r>
              <a:rPr lang="zh-TW" altLang="zh-TW" sz="2400" dirty="0"/>
              <a:t>的工作。</a:t>
            </a:r>
            <a:endParaRPr lang="en-US" altLang="zh-TW" sz="2400" dirty="0"/>
          </a:p>
          <a:p>
            <a:r>
              <a:rPr lang="zh-TW" altLang="zh-TW" sz="2400" dirty="0"/>
              <a:t>只有你相信你做的是</a:t>
            </a:r>
            <a:r>
              <a:rPr lang="zh-TW" altLang="zh-TW" sz="2400" b="1" dirty="0">
                <a:solidFill>
                  <a:srgbClr val="FF0000"/>
                </a:solidFill>
              </a:rPr>
              <a:t>偉大</a:t>
            </a:r>
            <a:r>
              <a:rPr lang="zh-TW" altLang="zh-TW" sz="2400" dirty="0"/>
              <a:t>的工作，你才能獲得真正的</a:t>
            </a:r>
            <a:r>
              <a:rPr lang="zh-TW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滿足</a:t>
            </a:r>
          </a:p>
          <a:p>
            <a:r>
              <a:rPr lang="zh-TW" altLang="zh-TW" sz="2400" dirty="0"/>
              <a:t>如果你還沒找到你愛的工作，哪就繼續尋找，</a:t>
            </a:r>
            <a:r>
              <a:rPr lang="zh-TW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不要妥協</a:t>
            </a:r>
            <a:r>
              <a:rPr lang="zh-TW" altLang="zh-TW" sz="2400" dirty="0"/>
              <a:t>。</a:t>
            </a:r>
            <a:endParaRPr lang="en-US" altLang="zh-TW" sz="2400" dirty="0"/>
          </a:p>
          <a:p>
            <a:pPr lvl="7"/>
            <a:endParaRPr lang="en-US" altLang="zh-TW" sz="2400" dirty="0"/>
          </a:p>
          <a:p>
            <a:pPr marL="2400300" lvl="7" indent="0">
              <a:buNone/>
            </a:pPr>
            <a:r>
              <a:rPr lang="en-US" altLang="zh-TW" sz="2400" dirty="0"/>
              <a:t>                   --- Steve Jobs</a:t>
            </a:r>
            <a:endParaRPr lang="zh-TW" altLang="zh-TW" sz="2400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277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469128" y="350541"/>
            <a:ext cx="3530378" cy="466725"/>
          </a:xfrm>
        </p:spPr>
        <p:txBody>
          <a:bodyPr vert="horz" wrap="none" lIns="68580" tIns="34290" rIns="68580" bIns="34290" rtlCol="0" anchor="t">
            <a:normAutofit fontScale="90000"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理論運用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581004" y="1154374"/>
            <a:ext cx="5829300" cy="30861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zh-TW" altLang="en-US" sz="2100" dirty="0">
                <a:solidFill>
                  <a:srgbClr val="FF0000"/>
                </a:solidFill>
                <a:latin typeface="標楷體" panose="03000509000000000000" pitchFamily="65" charset="-120"/>
              </a:rPr>
              <a:t>理論的價值：</a:t>
            </a:r>
          </a:p>
          <a:p>
            <a:pPr lvl="1">
              <a:lnSpc>
                <a:spcPct val="90000"/>
              </a:lnSpc>
            </a:pPr>
            <a:r>
              <a:rPr lang="zh-TW" altLang="en-US" sz="1950" dirty="0">
                <a:solidFill>
                  <a:srgbClr val="002060"/>
                </a:solidFill>
                <a:latin typeface="標楷體" panose="03000509000000000000" pitchFamily="65" charset="-120"/>
              </a:rPr>
              <a:t>在你有實際經驗之前，即可利用理論得知未來會如何。</a:t>
            </a:r>
            <a:endParaRPr lang="en-US" altLang="zh-TW" sz="1950" dirty="0">
              <a:solidFill>
                <a:srgbClr val="002060"/>
              </a:solidFill>
              <a:latin typeface="標楷體" panose="03000509000000000000" pitchFamily="65" charset="-120"/>
            </a:endParaRPr>
          </a:p>
          <a:p>
            <a:pPr lvl="1">
              <a:lnSpc>
                <a:spcPct val="90000"/>
              </a:lnSpc>
            </a:pPr>
            <a:r>
              <a:rPr lang="zh-TW" altLang="en-US" sz="1950" dirty="0">
                <a:solidFill>
                  <a:srgbClr val="002060"/>
                </a:solidFill>
                <a:latin typeface="標楷體" panose="03000509000000000000" pitchFamily="65" charset="-120"/>
              </a:rPr>
              <a:t>不必凡事透過嘗試錯誤來達到學習的目的。</a:t>
            </a:r>
            <a:br>
              <a:rPr lang="zh-TW" altLang="en-US" sz="1950" dirty="0">
                <a:solidFill>
                  <a:srgbClr val="002060"/>
                </a:solidFill>
                <a:latin typeface="標楷體" panose="03000509000000000000" pitchFamily="65" charset="-120"/>
              </a:rPr>
            </a:br>
            <a:endParaRPr lang="en-US" altLang="zh-TW" sz="1950" dirty="0">
              <a:solidFill>
                <a:srgbClr val="002060"/>
              </a:solidFill>
              <a:latin typeface="標楷體" panose="03000509000000000000" pitchFamily="65" charset="-120"/>
            </a:endParaRPr>
          </a:p>
          <a:p>
            <a:pPr>
              <a:lnSpc>
                <a:spcPct val="90000"/>
              </a:lnSpc>
            </a:pPr>
            <a:r>
              <a:rPr lang="zh-TW" altLang="en-US" sz="2100" dirty="0">
                <a:solidFill>
                  <a:srgbClr val="FF0000"/>
                </a:solidFill>
                <a:latin typeface="標楷體" panose="03000509000000000000" pitchFamily="65" charset="-120"/>
              </a:rPr>
              <a:t>管理理論運用：</a:t>
            </a:r>
          </a:p>
          <a:p>
            <a:pPr lvl="1">
              <a:lnSpc>
                <a:spcPct val="90000"/>
              </a:lnSpc>
            </a:pPr>
            <a:r>
              <a:rPr lang="zh-TW" altLang="en-US" sz="1950" dirty="0">
                <a:solidFill>
                  <a:srgbClr val="002060"/>
                </a:solidFill>
                <a:latin typeface="標楷體" panose="03000509000000000000" pitchFamily="65" charset="-120"/>
              </a:rPr>
              <a:t>好的理論可指引我們，讓我們做出抉擇</a:t>
            </a:r>
            <a:r>
              <a:rPr lang="en-US" altLang="zh-TW" sz="1950" dirty="0">
                <a:solidFill>
                  <a:srgbClr val="002060"/>
                </a:solidFill>
                <a:latin typeface="標楷體" panose="03000509000000000000" pitchFamily="65" charset="-120"/>
              </a:rPr>
              <a:t>—</a:t>
            </a:r>
            <a:r>
              <a:rPr lang="zh-TW" altLang="en-US" sz="1950" dirty="0">
                <a:solidFill>
                  <a:srgbClr val="002060"/>
                </a:solidFill>
                <a:latin typeface="標楷體" panose="03000509000000000000" pitchFamily="65" charset="-120"/>
              </a:rPr>
              <a:t>不僅可用於</a:t>
            </a:r>
            <a:r>
              <a:rPr lang="zh-TW" altLang="en-US" sz="195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</a:rPr>
              <a:t>商業或管理</a:t>
            </a:r>
            <a:r>
              <a:rPr lang="zh-TW" altLang="en-US" sz="1950" dirty="0">
                <a:solidFill>
                  <a:srgbClr val="002060"/>
                </a:solidFill>
                <a:latin typeface="標楷體" panose="03000509000000000000" pitchFamily="65" charset="-120"/>
              </a:rPr>
              <a:t>，也可運用在</a:t>
            </a:r>
            <a:r>
              <a:rPr lang="zh-TW" altLang="en-US" sz="19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</a:rPr>
              <a:t>人生</a:t>
            </a:r>
            <a:r>
              <a:rPr lang="zh-TW" altLang="en-US" sz="195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</a:rPr>
              <a:t>，預測人生的情節</a:t>
            </a:r>
            <a:r>
              <a:rPr lang="zh-TW" altLang="en-US" sz="1950" dirty="0">
                <a:solidFill>
                  <a:srgbClr val="002060"/>
                </a:solidFill>
                <a:latin typeface="標楷體" panose="03000509000000000000" pitchFamily="65" charset="-120"/>
              </a:rPr>
              <a:t>。</a:t>
            </a:r>
            <a:endParaRPr lang="en-US" altLang="zh-TW" sz="1950" dirty="0">
              <a:solidFill>
                <a:srgbClr val="002060"/>
              </a:solidFill>
              <a:latin typeface="標楷體" panose="03000509000000000000" pitchFamily="65" charset="-12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br>
              <a:rPr lang="zh-TW" altLang="en-US" sz="2100" dirty="0">
                <a:solidFill>
                  <a:srgbClr val="002060"/>
                </a:solidFill>
                <a:latin typeface="標楷體" panose="03000509000000000000" pitchFamily="65" charset="-120"/>
              </a:rPr>
            </a:br>
            <a:endParaRPr lang="zh-TW" altLang="en-US" sz="2100" dirty="0">
              <a:solidFill>
                <a:srgbClr val="002060"/>
              </a:solidFill>
              <a:latin typeface="標楷體" panose="03000509000000000000" pitchFamily="65" charset="-120"/>
            </a:endParaRPr>
          </a:p>
        </p:txBody>
      </p:sp>
      <p:sp>
        <p:nvSpPr>
          <p:cNvPr id="4198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752E11-2605-453E-B123-B63A3CC596E8}" type="slidenum">
              <a:rPr kumimoji="0" lang="zh-TW" altLang="en-US" sz="105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05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555CADBE-CB53-F8FB-7C92-B8EFA4394E7E}"/>
                  </a:ext>
                </a:extLst>
              </p14:cNvPr>
              <p14:cNvContentPartPr/>
              <p14:nvPr/>
            </p14:nvContentPartPr>
            <p14:xfrm>
              <a:off x="2431949" y="1082374"/>
              <a:ext cx="11880" cy="309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555CADBE-CB53-F8FB-7C92-B8EFA4394E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2949" y="1073734"/>
                <a:ext cx="295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A9D09408-234B-627C-7407-FDD72C58F6C3}"/>
                  </a:ext>
                </a:extLst>
              </p14:cNvPr>
              <p14:cNvContentPartPr/>
              <p14:nvPr/>
            </p14:nvContentPartPr>
            <p14:xfrm>
              <a:off x="1861709" y="1087054"/>
              <a:ext cx="14040" cy="22320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A9D09408-234B-627C-7407-FDD72C58F6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3069" y="1078054"/>
                <a:ext cx="316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57502788-E343-0CBE-8992-6DCAEC000817}"/>
                  </a:ext>
                </a:extLst>
              </p14:cNvPr>
              <p14:cNvContentPartPr/>
              <p14:nvPr/>
            </p14:nvContentPartPr>
            <p14:xfrm>
              <a:off x="1523309" y="1123054"/>
              <a:ext cx="14760" cy="3132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57502788-E343-0CBE-8992-6DCAEC0008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4669" y="1114414"/>
                <a:ext cx="324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6B8B4A65-6928-345C-295C-C3BF5D45EE04}"/>
                  </a:ext>
                </a:extLst>
              </p14:cNvPr>
              <p14:cNvContentPartPr/>
              <p14:nvPr/>
            </p14:nvContentPartPr>
            <p14:xfrm>
              <a:off x="1666229" y="1099654"/>
              <a:ext cx="32400" cy="2412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6B8B4A65-6928-345C-295C-C3BF5D45EE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57589" y="1091014"/>
                <a:ext cx="50040" cy="4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872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策略、目標、衡量</a:t>
            </a:r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4970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b="1" dirty="0"/>
            </a:br>
            <a:r>
              <a:rPr lang="zh-TW" altLang="zh-TW" b="1" dirty="0"/>
              <a:t>策略是什麼</a:t>
            </a:r>
            <a:r>
              <a:rPr lang="en-US" altLang="zh-TW" b="1" dirty="0"/>
              <a:t>(What) ?</a:t>
            </a:r>
            <a:r>
              <a:rPr lang="zh-TW" altLang="zh-TW" b="1" dirty="0"/>
              <a:t>做什麼用</a:t>
            </a:r>
            <a:r>
              <a:rPr lang="en-US" altLang="zh-TW" b="1" dirty="0"/>
              <a:t>(How to use)?</a:t>
            </a:r>
            <a:br>
              <a:rPr lang="zh-TW" altLang="zh-TW" b="1" dirty="0"/>
            </a:b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100" dirty="0"/>
              <a:t>策略是</a:t>
            </a:r>
            <a:r>
              <a:rPr lang="zh-TW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達成目標的手段與方法</a:t>
            </a: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288589" y="2698935"/>
            <a:ext cx="2606278" cy="1565672"/>
            <a:chOff x="5940" y="2880"/>
            <a:chExt cx="5472" cy="3288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6840" y="3420"/>
              <a:ext cx="3600" cy="216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350"/>
            </a:p>
          </p:txBody>
        </p:sp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8640" y="360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350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H="1">
              <a:off x="7380" y="4980"/>
              <a:ext cx="636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350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9540" y="5040"/>
              <a:ext cx="54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350"/>
            </a:p>
          </p:txBody>
        </p:sp>
        <p:sp>
          <p:nvSpPr>
            <p:cNvPr id="9" name="WordArt 7"/>
            <p:cNvSpPr>
              <a:spLocks noChangeArrowheads="1" noChangeShapeType="1" noTextEdit="1"/>
            </p:cNvSpPr>
            <p:nvPr/>
          </p:nvSpPr>
          <p:spPr bwMode="auto">
            <a:xfrm>
              <a:off x="8280" y="2880"/>
              <a:ext cx="672" cy="324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>
                <a:buNone/>
              </a:pPr>
              <a:r>
                <a:rPr lang="zh-TW" altLang="en-US" sz="1200" kern="10">
                  <a:solidFill>
                    <a:srgbClr val="336699"/>
                  </a:solidFill>
                  <a:effectLst>
                    <a:outerShdw dist="45791" dir="2021404" algn="ctr" rotWithShape="0">
                      <a:srgbClr val="C0C0C0"/>
                    </a:outerShdw>
                  </a:effectLst>
                  <a:latin typeface="標楷體" panose="03000509000000000000" pitchFamily="65" charset="-120"/>
                  <a:ea typeface="標楷體" panose="03000509000000000000" pitchFamily="65" charset="-120"/>
                </a:rPr>
                <a:t>目標</a:t>
              </a:r>
            </a:p>
          </p:txBody>
        </p:sp>
        <p:sp>
          <p:nvSpPr>
            <p:cNvPr id="10" name="WordArt 8"/>
            <p:cNvSpPr>
              <a:spLocks noChangeArrowheads="1" noChangeShapeType="1" noTextEdit="1"/>
            </p:cNvSpPr>
            <p:nvPr/>
          </p:nvSpPr>
          <p:spPr bwMode="auto">
            <a:xfrm>
              <a:off x="8280" y="4680"/>
              <a:ext cx="720" cy="324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>
                <a:buNone/>
              </a:pPr>
              <a:r>
                <a:rPr lang="zh-TW" altLang="en-US" sz="1200" kern="10">
                  <a:solidFill>
                    <a:srgbClr val="336699"/>
                  </a:solidFill>
                  <a:effectLst>
                    <a:outerShdw dist="45791" dir="2021404" algn="ctr" rotWithShape="0">
                      <a:srgbClr val="C0C0C0"/>
                    </a:outerShdw>
                  </a:effectLst>
                  <a:latin typeface="標楷體" panose="03000509000000000000" pitchFamily="65" charset="-120"/>
                  <a:ea typeface="標楷體" panose="03000509000000000000" pitchFamily="65" charset="-120"/>
                </a:rPr>
                <a:t>策略</a:t>
              </a:r>
            </a:p>
          </p:txBody>
        </p:sp>
        <p:sp>
          <p:nvSpPr>
            <p:cNvPr id="11" name="WordArt 9"/>
            <p:cNvSpPr>
              <a:spLocks noChangeArrowheads="1" noChangeShapeType="1" noTextEdit="1"/>
            </p:cNvSpPr>
            <p:nvPr/>
          </p:nvSpPr>
          <p:spPr bwMode="auto">
            <a:xfrm>
              <a:off x="10260" y="5760"/>
              <a:ext cx="1152" cy="276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>
                <a:buNone/>
              </a:pPr>
              <a:r>
                <a:rPr lang="zh-TW" altLang="en-US" sz="1050" kern="10">
                  <a:solidFill>
                    <a:srgbClr val="336699"/>
                  </a:solidFill>
                  <a:effectLst>
                    <a:outerShdw dist="45791" dir="2021404" algn="ctr" rotWithShape="0">
                      <a:srgbClr val="C0C0C0"/>
                    </a:outerShdw>
                  </a:effectLst>
                  <a:latin typeface="標楷體" panose="03000509000000000000" pitchFamily="65" charset="-120"/>
                  <a:ea typeface="標楷體" panose="03000509000000000000" pitchFamily="65" charset="-120"/>
                </a:rPr>
                <a:t>內部資源</a:t>
              </a:r>
            </a:p>
          </p:txBody>
        </p:sp>
        <p:sp>
          <p:nvSpPr>
            <p:cNvPr id="12" name="WordArt 10"/>
            <p:cNvSpPr>
              <a:spLocks noChangeArrowheads="1" noChangeShapeType="1" noTextEdit="1"/>
            </p:cNvSpPr>
            <p:nvPr/>
          </p:nvSpPr>
          <p:spPr bwMode="auto">
            <a:xfrm>
              <a:off x="5940" y="5760"/>
              <a:ext cx="1152" cy="276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>
                <a:buNone/>
              </a:pPr>
              <a:r>
                <a:rPr lang="zh-TW" altLang="en-US" sz="1050" kern="10">
                  <a:solidFill>
                    <a:srgbClr val="336699"/>
                  </a:solidFill>
                  <a:effectLst>
                    <a:outerShdw dist="45791" dir="2021404" algn="ctr" rotWithShape="0">
                      <a:srgbClr val="C0C0C0"/>
                    </a:outerShdw>
                  </a:effectLst>
                  <a:latin typeface="標楷體" panose="03000509000000000000" pitchFamily="65" charset="-120"/>
                  <a:ea typeface="標楷體" panose="03000509000000000000" pitchFamily="65" charset="-120"/>
                </a:rPr>
                <a:t>外部環境</a:t>
              </a:r>
            </a:p>
          </p:txBody>
        </p:sp>
        <p:sp>
          <p:nvSpPr>
            <p:cNvPr id="13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7740" y="5760"/>
              <a:ext cx="2160" cy="408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>
                <a:buNone/>
              </a:pPr>
              <a:r>
                <a:rPr lang="zh-TW" altLang="en-US" sz="750" kern="10">
                  <a:solidFill>
                    <a:srgbClr val="336699"/>
                  </a:solidFill>
                  <a:effectLst>
                    <a:outerShdw dist="45791" dir="2021404" algn="ctr" rotWithShape="0">
                      <a:srgbClr val="C0C0C0"/>
                    </a:outerShdw>
                  </a:effectLst>
                  <a:latin typeface="標楷體" panose="03000509000000000000" pitchFamily="65" charset="-120"/>
                  <a:ea typeface="標楷體" panose="03000509000000000000" pitchFamily="65" charset="-120"/>
                </a:rPr>
                <a:t>內外資源外部環境分析</a:t>
              </a:r>
            </a:p>
            <a:p>
              <a:pPr algn="ctr" rtl="0">
                <a:buNone/>
              </a:pPr>
              <a:r>
                <a:rPr lang="zh-TW" altLang="en-US" sz="750" kern="10">
                  <a:solidFill>
                    <a:srgbClr val="336699"/>
                  </a:solidFill>
                  <a:effectLst>
                    <a:outerShdw dist="45791" dir="2021404" algn="ctr" rotWithShape="0">
                      <a:srgbClr val="C0C0C0"/>
                    </a:outerShdw>
                  </a:effectLst>
                  <a:latin typeface="標楷體" panose="03000509000000000000" pitchFamily="65" charset="-120"/>
                  <a:ea typeface="標楷體" panose="03000509000000000000" pitchFamily="65" charset="-120"/>
                </a:rPr>
                <a:t>     </a:t>
              </a:r>
              <a:r>
                <a:rPr lang="en-US" altLang="zh-TW" sz="750" kern="10">
                  <a:solidFill>
                    <a:srgbClr val="336699"/>
                  </a:solidFill>
                  <a:effectLst>
                    <a:outerShdw dist="45791" dir="2021404" algn="ctr" rotWithShape="0">
                      <a:srgbClr val="C0C0C0"/>
                    </a:outerShdw>
                  </a:effectLst>
                  <a:latin typeface="標楷體" panose="03000509000000000000" pitchFamily="65" charset="-120"/>
                  <a:ea typeface="標楷體" panose="03000509000000000000" pitchFamily="65" charset="-120"/>
                </a:rPr>
                <a:t>(SWOT</a:t>
              </a:r>
              <a:r>
                <a:rPr lang="zh-TW" altLang="en-US" sz="750" kern="10">
                  <a:solidFill>
                    <a:srgbClr val="336699"/>
                  </a:solidFill>
                  <a:effectLst>
                    <a:outerShdw dist="45791" dir="2021404" algn="ctr" rotWithShape="0">
                      <a:srgbClr val="C0C0C0"/>
                    </a:outerShdw>
                  </a:effectLst>
                  <a:latin typeface="標楷體" panose="03000509000000000000" pitchFamily="65" charset="-120"/>
                  <a:ea typeface="標楷體" panose="03000509000000000000" pitchFamily="65" charset="-120"/>
                </a:rPr>
                <a:t>分析</a:t>
              </a:r>
              <a:r>
                <a:rPr lang="en-US" altLang="zh-TW" sz="750" kern="10">
                  <a:solidFill>
                    <a:srgbClr val="336699"/>
                  </a:solidFill>
                  <a:effectLst>
                    <a:outerShdw dist="45791" dir="2021404" algn="ctr" rotWithShape="0">
                      <a:srgbClr val="C0C0C0"/>
                    </a:outerShdw>
                  </a:effectLst>
                  <a:latin typeface="標楷體" panose="03000509000000000000" pitchFamily="65" charset="-120"/>
                  <a:ea typeface="標楷體" panose="03000509000000000000" pitchFamily="65" charset="-120"/>
                </a:rPr>
                <a:t>)</a:t>
              </a:r>
              <a:endParaRPr lang="zh-TW" altLang="en-US" sz="750" kern="10">
                <a:solidFill>
                  <a:srgbClr val="336699"/>
                </a:solidFill>
                <a:effectLst>
                  <a:outerShdw dist="45791" dir="2021404" algn="ctr" rotWithShape="0">
                    <a:srgbClr val="C0C0C0"/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DE70E26A-3271-C65C-7C26-0F1B5C06A03B}"/>
                  </a:ext>
                </a:extLst>
              </p14:cNvPr>
              <p14:cNvContentPartPr/>
              <p14:nvPr/>
            </p14:nvContentPartPr>
            <p14:xfrm>
              <a:off x="673560" y="871560"/>
              <a:ext cx="4408200" cy="362088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DE70E26A-3271-C65C-7C26-0F1B5C06A0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4200" y="862200"/>
                <a:ext cx="4426920" cy="36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2B8243B4-BA7B-159D-25E9-CC159EAD1E74}"/>
                  </a:ext>
                </a:extLst>
              </p14:cNvPr>
              <p14:cNvContentPartPr/>
              <p14:nvPr/>
            </p14:nvContentPartPr>
            <p14:xfrm>
              <a:off x="628200" y="2206800"/>
              <a:ext cx="6687360" cy="3117240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2B8243B4-BA7B-159D-25E9-CC159EAD1E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8840" y="2197440"/>
                <a:ext cx="6706080" cy="31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2DAC4C0E-E0C4-E00E-5838-7D065A325B43}"/>
                  </a:ext>
                </a:extLst>
              </p14:cNvPr>
              <p14:cNvContentPartPr/>
              <p14:nvPr/>
            </p14:nvContentPartPr>
            <p14:xfrm>
              <a:off x="397080" y="1474200"/>
              <a:ext cx="6111360" cy="62784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2DAC4C0E-E0C4-E00E-5838-7D065A325B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7720" y="1464840"/>
                <a:ext cx="6130080" cy="64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244D22BE-CAC5-6508-A373-410EC0C3F714}"/>
                  </a:ext>
                </a:extLst>
              </p14:cNvPr>
              <p14:cNvContentPartPr/>
              <p14:nvPr/>
            </p14:nvContentPartPr>
            <p14:xfrm>
              <a:off x="489960" y="878040"/>
              <a:ext cx="8409240" cy="411768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244D22BE-CAC5-6508-A373-410EC0C3F71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0600" y="868680"/>
                <a:ext cx="8427960" cy="413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6797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71410" y="249934"/>
            <a:ext cx="6447501" cy="618877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目的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00507" y="1237478"/>
            <a:ext cx="4033034" cy="1300836"/>
          </a:xfrm>
        </p:spPr>
        <p:txBody>
          <a:bodyPr>
            <a:normAutofit/>
          </a:bodyPr>
          <a:lstStyle/>
          <a:p>
            <a:r>
              <a:rPr lang="zh-TW" altLang="en-US" sz="2100" dirty="0"/>
              <a:t>畫像</a:t>
            </a:r>
            <a:endParaRPr lang="en-US" altLang="zh-TW" sz="2100" dirty="0"/>
          </a:p>
          <a:p>
            <a:r>
              <a:rPr lang="zh-TW" altLang="en-US" sz="2100" dirty="0"/>
              <a:t>投入</a:t>
            </a:r>
            <a:endParaRPr lang="en-US" altLang="zh-TW" sz="2100" dirty="0"/>
          </a:p>
          <a:p>
            <a:r>
              <a:rPr lang="zh-TW" altLang="en-US" sz="2100" dirty="0"/>
              <a:t>量尺</a:t>
            </a:r>
            <a:endParaRPr lang="en-US" altLang="zh-TW" sz="2100" dirty="0"/>
          </a:p>
        </p:txBody>
      </p:sp>
    </p:spTree>
    <p:extLst>
      <p:ext uri="{BB962C8B-B14F-4D97-AF65-F5344CB8AC3E}">
        <p14:creationId xmlns:p14="http://schemas.microsoft.com/office/powerpoint/2010/main" val="1898690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702" y="243808"/>
            <a:ext cx="6447501" cy="669898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人生的目的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8722" y="1104237"/>
            <a:ext cx="8281220" cy="3270466"/>
          </a:xfrm>
        </p:spPr>
        <p:txBody>
          <a:bodyPr>
            <a:normAutofit/>
          </a:bodyPr>
          <a:lstStyle/>
          <a:p>
            <a:r>
              <a:rPr lang="zh-TW" altLang="en-US" sz="1650" dirty="0"/>
              <a:t>畫像</a:t>
            </a:r>
            <a:r>
              <a:rPr lang="en-US" altLang="zh-TW" sz="1650" dirty="0"/>
              <a:t>(</a:t>
            </a:r>
            <a:r>
              <a:rPr lang="zh-TW" altLang="en-US" sz="1650" dirty="0"/>
              <a:t>我真的</a:t>
            </a:r>
            <a:r>
              <a:rPr lang="zh-TW" altLang="en-US" sz="16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想變成哪樣</a:t>
            </a:r>
            <a:r>
              <a:rPr lang="zh-TW" altLang="en-US" sz="1650" dirty="0"/>
              <a:t>的人嗎</a:t>
            </a:r>
            <a:r>
              <a:rPr lang="en-US" altLang="zh-TW" sz="1650" dirty="0"/>
              <a:t>)</a:t>
            </a:r>
          </a:p>
          <a:p>
            <a:pPr lvl="1"/>
            <a:r>
              <a:rPr lang="zh-TW" altLang="en-US" sz="1650" dirty="0"/>
              <a:t>致力於改善別人的生活</a:t>
            </a:r>
            <a:r>
              <a:rPr lang="en-US" altLang="zh-TW" sz="1650" dirty="0"/>
              <a:t>(</a:t>
            </a:r>
            <a:r>
              <a:rPr lang="zh-TW" altLang="en-US" sz="1650" dirty="0"/>
              <a:t>管理運用得當也是非常崇高的行業</a:t>
            </a:r>
            <a:r>
              <a:rPr lang="en-US" altLang="zh-TW" sz="1650" dirty="0"/>
              <a:t>)</a:t>
            </a:r>
          </a:p>
          <a:p>
            <a:pPr lvl="1"/>
            <a:r>
              <a:rPr lang="zh-TW" altLang="en-US" sz="1650" dirty="0"/>
              <a:t>和善、誠實、寬容、無私的丈夫、父親與朋友</a:t>
            </a:r>
            <a:r>
              <a:rPr lang="en-US" altLang="zh-TW" sz="1650" dirty="0"/>
              <a:t>(</a:t>
            </a:r>
            <a:r>
              <a:rPr lang="zh-TW" altLang="en-US" sz="1650" dirty="0"/>
              <a:t>管理學到的東西，有助於形成人生的目的</a:t>
            </a:r>
            <a:r>
              <a:rPr lang="en-US" altLang="zh-TW" sz="1650" dirty="0"/>
              <a:t>)</a:t>
            </a:r>
          </a:p>
          <a:p>
            <a:pPr lvl="1"/>
            <a:r>
              <a:rPr lang="zh-TW" altLang="en-US" sz="1650" dirty="0"/>
              <a:t>不只是信上帝，而是完完全全相信上帝</a:t>
            </a:r>
            <a:r>
              <a:rPr lang="en-US" altLang="zh-TW" sz="1650" dirty="0"/>
              <a:t>(</a:t>
            </a:r>
            <a:r>
              <a:rPr lang="zh-TW" altLang="en-US" sz="1650" dirty="0"/>
              <a:t>家庭與信仰</a:t>
            </a:r>
            <a:r>
              <a:rPr lang="en-US" altLang="zh-TW" sz="1650" dirty="0"/>
              <a:t>)</a:t>
            </a:r>
          </a:p>
          <a:p>
            <a:r>
              <a:rPr lang="zh-TW" altLang="en-US" sz="1650" dirty="0"/>
              <a:t>投入</a:t>
            </a:r>
            <a:r>
              <a:rPr lang="en-US" altLang="zh-TW" sz="1650" dirty="0"/>
              <a:t>(</a:t>
            </a:r>
            <a:r>
              <a:rPr lang="zh-TW" altLang="en-US" sz="16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資源分配優先順序</a:t>
            </a:r>
            <a:r>
              <a:rPr lang="en-US" altLang="zh-TW" sz="1650" dirty="0"/>
              <a:t>)</a:t>
            </a:r>
          </a:p>
          <a:p>
            <a:pPr lvl="1"/>
            <a:r>
              <a:rPr lang="zh-TW" altLang="en-US" sz="1650" dirty="0"/>
              <a:t>每天都想到畫像中的優先順序，做適當的資源分配</a:t>
            </a:r>
            <a:endParaRPr lang="en-US" altLang="zh-TW" sz="1650" dirty="0"/>
          </a:p>
          <a:p>
            <a:pPr lvl="1"/>
            <a:r>
              <a:rPr lang="zh-TW" altLang="en-US" sz="1650" dirty="0"/>
              <a:t>如果將每日禱告與反思的時間拿來研究迴歸分析，我將會後悔莫及。因為，用到計量經濟學工具只不過幾次，但我對人生的目的的認知，卻是天天可以派上用場</a:t>
            </a:r>
            <a:endParaRPr lang="en-US" altLang="zh-TW" sz="1650" dirty="0"/>
          </a:p>
          <a:p>
            <a:r>
              <a:rPr lang="zh-TW" altLang="en-US" sz="1650" dirty="0"/>
              <a:t>量尺</a:t>
            </a:r>
            <a:r>
              <a:rPr lang="en-US" altLang="zh-TW" sz="1650" dirty="0"/>
              <a:t>(</a:t>
            </a:r>
            <a:r>
              <a:rPr lang="zh-TW" altLang="en-US" sz="16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可衡量</a:t>
            </a:r>
            <a:r>
              <a:rPr lang="en-US" altLang="zh-TW" sz="1650" dirty="0"/>
              <a:t>)</a:t>
            </a:r>
          </a:p>
          <a:p>
            <a:pPr lvl="1"/>
            <a:r>
              <a:rPr lang="zh-TW" altLang="en-US" sz="1650" dirty="0"/>
              <a:t>就是可以幫助多少人，幫他們變成更好的人</a:t>
            </a:r>
            <a:endParaRPr lang="en-US" altLang="zh-TW" sz="165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680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7970" y="183347"/>
            <a:ext cx="6447501" cy="628452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計畫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策略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與變化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6954" y="1278642"/>
            <a:ext cx="4995267" cy="1050991"/>
          </a:xfrm>
        </p:spPr>
        <p:txBody>
          <a:bodyPr>
            <a:normAutofit/>
          </a:bodyPr>
          <a:lstStyle/>
          <a:p>
            <a:r>
              <a:rPr lang="zh-TW" altLang="en-US" sz="2100" dirty="0"/>
              <a:t>人算不如天算，天算不如電算</a:t>
            </a:r>
            <a:endParaRPr lang="en-US" altLang="zh-TW" sz="2100" dirty="0"/>
          </a:p>
          <a:p>
            <a:r>
              <a:rPr lang="zh-TW" altLang="en-US" sz="2100" dirty="0"/>
              <a:t>計畫敢不上</a:t>
            </a:r>
            <a:r>
              <a:rPr lang="zh-TW" altLang="en-US" sz="2100" b="1" u="sng" dirty="0">
                <a:solidFill>
                  <a:srgbClr val="0000FF"/>
                </a:solidFill>
              </a:rPr>
              <a:t>變化</a:t>
            </a:r>
            <a:r>
              <a:rPr lang="zh-TW" altLang="en-US" sz="2100" dirty="0"/>
              <a:t>還需要</a:t>
            </a:r>
            <a:r>
              <a:rPr lang="zh-TW" altLang="en-US" sz="2100" b="1" dirty="0">
                <a:solidFill>
                  <a:srgbClr val="FF0000"/>
                </a:solidFill>
              </a:rPr>
              <a:t>計畫</a:t>
            </a:r>
            <a:r>
              <a:rPr lang="zh-TW" altLang="en-US" sz="2100" dirty="0"/>
              <a:t>嗎</a:t>
            </a:r>
            <a:r>
              <a:rPr lang="en-US" altLang="zh-TW" sz="2100" dirty="0"/>
              <a:t>?</a:t>
            </a:r>
            <a:endParaRPr lang="zh-TW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599702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77703" y="413456"/>
            <a:ext cx="6447501" cy="859632"/>
          </a:xfrm>
        </p:spPr>
        <p:txBody>
          <a:bodyPr>
            <a:noAutofit/>
          </a:bodyPr>
          <a:lstStyle/>
          <a:p>
            <a:r>
              <a:rPr lang="zh-TW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成功在你意想不到的地方</a:t>
            </a:r>
            <a:b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</a:t>
            </a:r>
            <a:r>
              <a:rPr lang="zh-TW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本田小狼</a:t>
            </a: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(Honda Super Cub)</a:t>
            </a:r>
            <a:r>
              <a:rPr lang="zh-TW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闖蕩美國</a:t>
            </a:r>
            <a:br>
              <a:rPr lang="zh-TW" altLang="zh-TW" sz="1800" dirty="0"/>
            </a:br>
            <a:br>
              <a:rPr lang="zh-TW" altLang="zh-TW" sz="1800" dirty="0"/>
            </a:br>
            <a:endParaRPr lang="zh-TW" altLang="en-US" sz="1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2596" y="951854"/>
            <a:ext cx="8281220" cy="1996234"/>
          </a:xfrm>
        </p:spPr>
        <p:txBody>
          <a:bodyPr>
            <a:noAutofit/>
          </a:bodyPr>
          <a:lstStyle/>
          <a:p>
            <a:r>
              <a:rPr lang="en-US" altLang="zh-TW" dirty="0"/>
              <a:t>60</a:t>
            </a:r>
            <a:r>
              <a:rPr lang="zh-TW" altLang="zh-TW" dirty="0"/>
              <a:t>年代，本田機車經營團隊想要在美國機車市場找到一個立足的機會，計劃以令人心動的超低價，推出性能優越，不輸給競爭者的重型機車</a:t>
            </a:r>
            <a:r>
              <a:rPr lang="en-US" altLang="zh-TW" dirty="0"/>
              <a:t>(Harley-Davidson or Triumph)</a:t>
            </a:r>
            <a:r>
              <a:rPr lang="zh-TW" altLang="zh-TW" dirty="0"/>
              <a:t>。但一開始出師不利</a:t>
            </a:r>
            <a:r>
              <a:rPr lang="en-US" altLang="zh-TW" dirty="0"/>
              <a:t>….</a:t>
            </a:r>
            <a:endParaRPr lang="zh-TW" altLang="zh-TW" dirty="0"/>
          </a:p>
          <a:p>
            <a:r>
              <a:rPr lang="zh-TW" altLang="zh-TW" dirty="0"/>
              <a:t>某個週六，本田員工騎著輕型代步員工自用機車小狼</a:t>
            </a:r>
            <a:r>
              <a:rPr lang="en-US" altLang="zh-TW" dirty="0"/>
              <a:t>(Honda Super Cub)</a:t>
            </a:r>
            <a:r>
              <a:rPr lang="zh-TW" altLang="zh-TW" dirty="0"/>
              <a:t>到</a:t>
            </a:r>
            <a:r>
              <a:rPr lang="en-US" altLang="zh-TW" dirty="0"/>
              <a:t>West Los Angeles</a:t>
            </a:r>
            <a:r>
              <a:rPr lang="zh-TW" altLang="zh-TW" dirty="0"/>
              <a:t>的山丘，在泥地來回飆車，覺得過癮，藉以發洩重型機車銷售不順的挫折感。卻</a:t>
            </a:r>
            <a:r>
              <a:rPr lang="en-US" altLang="zh-TW" dirty="0"/>
              <a:t>…..</a:t>
            </a:r>
            <a:endParaRPr lang="zh-TW" altLang="zh-TW" dirty="0"/>
          </a:p>
          <a:p>
            <a:r>
              <a:rPr lang="zh-TW" altLang="zh-TW" dirty="0"/>
              <a:t>沒人想到，本田一心想和哈雷機車的重型機車競爭，沒想到</a:t>
            </a:r>
            <a:r>
              <a:rPr lang="zh-TW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誤打誤撞，遇見一個更好的機會</a:t>
            </a:r>
            <a:r>
              <a:rPr lang="zh-TW" altLang="zh-TW" dirty="0"/>
              <a:t>。管理階層，大徹大悟，改弦易社轍，改用輕型機車來進攻美國市場。本田小狼</a:t>
            </a:r>
            <a:r>
              <a:rPr lang="zh-TW" altLang="zh-TW" b="1" dirty="0">
                <a:solidFill>
                  <a:srgbClr val="0000FF"/>
                </a:solidFill>
              </a:rPr>
              <a:t>售價只有哈雷四分之一</a:t>
            </a:r>
            <a:r>
              <a:rPr lang="zh-TW" altLang="zh-TW" dirty="0"/>
              <a:t>，銷售對象是</a:t>
            </a:r>
            <a:r>
              <a:rPr lang="zh-TW" altLang="zh-TW" b="1" dirty="0">
                <a:solidFill>
                  <a:srgbClr val="0000FF"/>
                </a:solidFill>
              </a:rPr>
              <a:t>新的族群</a:t>
            </a:r>
            <a:r>
              <a:rPr lang="zh-TW" altLang="zh-TW" dirty="0"/>
              <a:t>，喜歡</a:t>
            </a:r>
            <a:r>
              <a:rPr lang="zh-TW" altLang="zh-TW" b="1" dirty="0">
                <a:solidFill>
                  <a:srgbClr val="0000FF"/>
                </a:solidFill>
              </a:rPr>
              <a:t>在沙地或泥地騎乘的越野機車騎士</a:t>
            </a:r>
            <a:r>
              <a:rPr lang="zh-TW" altLang="zh-TW" dirty="0"/>
              <a:t>。</a:t>
            </a:r>
            <a:endParaRPr lang="en-US" altLang="zh-TW" dirty="0"/>
          </a:p>
          <a:p>
            <a:r>
              <a:rPr lang="en-US" altLang="zh-TW" sz="1500" dirty="0"/>
              <a:t>https://www.youtube.com/watch?v=SLjnqkXNWJs#t=47</a:t>
            </a:r>
            <a:endParaRPr lang="zh-TW" altLang="zh-TW" sz="1500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778" y="2590015"/>
            <a:ext cx="1891754" cy="249633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68" y="3305166"/>
            <a:ext cx="2240482" cy="14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63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如何成長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15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10" y="1981184"/>
            <a:ext cx="4572000" cy="31861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233672" y="160136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</a:rPr>
              <a:t>HTC </a:t>
            </a:r>
            <a:r>
              <a:rPr lang="zh-TW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</a:rPr>
              <a:t>衝上事業高峰的原因</a:t>
            </a:r>
            <a:endParaRPr lang="en-US" altLang="zh-TW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</a:endParaRPr>
          </a:p>
          <a:p>
            <a:pPr lvl="1"/>
            <a:r>
              <a:rPr lang="en-US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</a:rPr>
              <a:t>2011</a:t>
            </a:r>
            <a:r>
              <a:rPr lang="zh-TW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</a:rPr>
              <a:t>年</a:t>
            </a:r>
            <a:r>
              <a:rPr lang="en-US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</a:rPr>
              <a:t>Q3</a:t>
            </a:r>
            <a:r>
              <a:rPr lang="zh-TW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</a:rPr>
              <a:t>營收</a:t>
            </a:r>
            <a:r>
              <a:rPr lang="en-US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</a:rPr>
              <a:t>1300</a:t>
            </a:r>
            <a:r>
              <a:rPr lang="zh-TW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</a:rPr>
              <a:t>億</a:t>
            </a:r>
            <a:endParaRPr lang="en-US" altLang="zh-TW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</a:endParaRPr>
          </a:p>
          <a:p>
            <a:pPr lvl="1"/>
            <a:r>
              <a:rPr lang="zh-TW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</a:rPr>
              <a:t>市佔率單季美國第一</a:t>
            </a:r>
            <a:endParaRPr lang="en-US" altLang="zh-TW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</a:rPr>
              <a:t>為何三年內當上股王又重重一跌</a:t>
            </a:r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16451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8001" y="1198162"/>
            <a:ext cx="6447501" cy="535388"/>
          </a:xfrm>
        </p:spPr>
        <p:txBody>
          <a:bodyPr>
            <a:normAutofit/>
          </a:bodyPr>
          <a:lstStyle/>
          <a:p>
            <a:r>
              <a:rPr lang="zh-TW" altLang="en-US" sz="3000" b="1" dirty="0"/>
              <a:t>思考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/>
              <a:t>何謂</a:t>
            </a:r>
            <a:r>
              <a:rPr lang="zh-TW" altLang="en-US" sz="495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成長</a:t>
            </a:r>
            <a:r>
              <a:rPr lang="en-US" altLang="zh-TW" sz="3000" dirty="0"/>
              <a:t>?</a:t>
            </a:r>
            <a:r>
              <a:rPr lang="zh-TW" altLang="en-US" sz="3000" dirty="0"/>
              <a:t> </a:t>
            </a:r>
            <a:endParaRPr lang="zh-TW" altLang="zh-TW" sz="3000" dirty="0"/>
          </a:p>
          <a:p>
            <a:endParaRPr lang="en-US" altLang="zh-TW" sz="3000" dirty="0"/>
          </a:p>
          <a:p>
            <a:r>
              <a:rPr lang="en-US" altLang="zh-TW" sz="3000" dirty="0"/>
              <a:t>HTC</a:t>
            </a:r>
            <a:r>
              <a:rPr lang="zh-TW" altLang="en-US" sz="3000" dirty="0"/>
              <a:t>該先</a:t>
            </a:r>
            <a:r>
              <a:rPr lang="zh-TW" altLang="zh-TW" sz="3000" u="sng" dirty="0">
                <a:solidFill>
                  <a:srgbClr val="0000FF"/>
                </a:solidFill>
              </a:rPr>
              <a:t>追求成長</a:t>
            </a:r>
            <a:r>
              <a:rPr lang="zh-TW" altLang="en-US" sz="3000" dirty="0"/>
              <a:t>或是</a:t>
            </a:r>
            <a:r>
              <a:rPr lang="zh-TW" altLang="zh-TW" sz="3000" u="sng" dirty="0">
                <a:solidFill>
                  <a:srgbClr val="0000FF"/>
                </a:solidFill>
              </a:rPr>
              <a:t>獲利</a:t>
            </a:r>
            <a:r>
              <a:rPr lang="zh-TW" altLang="en-US" sz="3000" u="sng" dirty="0">
                <a:solidFill>
                  <a:srgbClr val="0000FF"/>
                </a:solidFill>
              </a:rPr>
              <a:t>為先</a:t>
            </a:r>
            <a:r>
              <a:rPr lang="en-US" altLang="zh-TW" sz="3000" dirty="0"/>
              <a:t>?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871495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5745" y="238664"/>
            <a:ext cx="6447501" cy="597408"/>
          </a:xfrm>
        </p:spPr>
        <p:txBody>
          <a:bodyPr/>
          <a:lstStyle/>
          <a:p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HTC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策略行銷的問題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5745" y="1276438"/>
            <a:ext cx="7915931" cy="2177672"/>
          </a:xfrm>
        </p:spPr>
        <p:txBody>
          <a:bodyPr>
            <a:normAutofit/>
          </a:bodyPr>
          <a:lstStyle/>
          <a:p>
            <a:r>
              <a:rPr lang="zh-TW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搶市場大餅，產品該賣</a:t>
            </a:r>
            <a:r>
              <a:rPr lang="zh-TW" altLang="en-US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貴</a:t>
            </a: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還是賣</a:t>
            </a:r>
            <a:r>
              <a:rPr lang="zh-TW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便宜</a:t>
            </a: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r>
              <a:rPr lang="zh-TW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該只推一個</a:t>
            </a:r>
            <a:r>
              <a:rPr lang="zh-TW" altLang="en-US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明星商品</a:t>
            </a: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還是</a:t>
            </a:r>
            <a:r>
              <a:rPr lang="zh-TW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機海戰術</a:t>
            </a: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</a:p>
          <a:p>
            <a:r>
              <a:rPr lang="zh-TW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只能二選一，該衝</a:t>
            </a:r>
            <a:r>
              <a:rPr lang="zh-TW" altLang="en-US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市佔率</a:t>
            </a: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還是</a:t>
            </a:r>
            <a:r>
              <a:rPr lang="zh-TW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獲利率</a:t>
            </a: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r>
              <a:rPr lang="zh-TW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直接</a:t>
            </a:r>
            <a:r>
              <a:rPr lang="zh-TW" altLang="en-US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挖角</a:t>
            </a:r>
            <a:r>
              <a:rPr lang="zh-TW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好</a:t>
            </a: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還是培養</a:t>
            </a:r>
            <a:r>
              <a:rPr lang="zh-TW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二軍</a:t>
            </a:r>
            <a:r>
              <a:rPr lang="zh-TW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好</a:t>
            </a: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9941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3976" y="253723"/>
            <a:ext cx="6447501" cy="609600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好資金與壞資金理論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3976" y="1094768"/>
            <a:ext cx="6964238" cy="3830082"/>
          </a:xfrm>
        </p:spPr>
        <p:txBody>
          <a:bodyPr>
            <a:noAutofit/>
          </a:bodyPr>
          <a:lstStyle/>
          <a:p>
            <a:r>
              <a:rPr lang="zh-TW" altLang="zh-TW" sz="1800" dirty="0"/>
              <a:t>投資人願意掏錢出來投資一家公司的主要目標有兩個</a:t>
            </a:r>
            <a:r>
              <a:rPr lang="en-US" altLang="zh-TW" sz="1800" dirty="0"/>
              <a:t>: </a:t>
            </a:r>
          </a:p>
          <a:p>
            <a:pPr lvl="1"/>
            <a:r>
              <a:rPr lang="zh-TW" altLang="zh-TW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追求成長</a:t>
            </a:r>
            <a:endParaRPr lang="en-US" altLang="zh-TW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TW" altLang="zh-TW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獲利能力</a:t>
            </a:r>
          </a:p>
          <a:p>
            <a:r>
              <a:rPr lang="en-US" altLang="zh-TW" sz="1800" dirty="0"/>
              <a:t> Amar </a:t>
            </a:r>
            <a:r>
              <a:rPr lang="en-US" altLang="zh-TW" sz="1800" dirty="0" err="1"/>
              <a:t>Bhide</a:t>
            </a:r>
            <a:r>
              <a:rPr lang="en-US" altLang="zh-TW" sz="1800" dirty="0"/>
              <a:t>(</a:t>
            </a:r>
            <a:r>
              <a:rPr lang="zh-TW" altLang="en-US" sz="1800" dirty="0"/>
              <a:t>創新理論學者</a:t>
            </a:r>
            <a:r>
              <a:rPr lang="en-US" altLang="zh-TW" sz="1800" dirty="0"/>
              <a:t>)</a:t>
            </a:r>
            <a:r>
              <a:rPr lang="zh-TW" altLang="zh-TW" sz="1800" dirty="0"/>
              <a:t>曾研究所有最後成功公司中，有</a:t>
            </a:r>
            <a:r>
              <a:rPr lang="en-US" altLang="zh-TW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93%</a:t>
            </a:r>
            <a:r>
              <a:rPr lang="zh-TW" altLang="zh-TW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因最初策略行不通而放棄採另行策略</a:t>
            </a:r>
            <a:r>
              <a:rPr lang="zh-TW" altLang="zh-TW" sz="1800" dirty="0"/>
              <a:t>，且</a:t>
            </a:r>
            <a:r>
              <a:rPr lang="zh-TW" altLang="zh-TW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有多餘資金可改變嘗試其他做法</a:t>
            </a:r>
            <a:r>
              <a:rPr lang="zh-TW" altLang="zh-TW" sz="1800" dirty="0"/>
              <a:t>。</a:t>
            </a:r>
            <a:endParaRPr lang="en-US" altLang="zh-TW" sz="1800" dirty="0"/>
          </a:p>
          <a:p>
            <a:r>
              <a:rPr lang="zh-TW" altLang="zh-TW" sz="1800" dirty="0"/>
              <a:t>若投入資金</a:t>
            </a:r>
            <a:r>
              <a:rPr lang="zh-TW" altLang="zh-TW" sz="1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急於看到成長</a:t>
            </a:r>
            <a:r>
              <a:rPr lang="zh-TW" altLang="zh-TW" sz="1800" dirty="0"/>
              <a:t>而</a:t>
            </a:r>
            <a:r>
              <a:rPr lang="zh-TW" altLang="zh-TW" sz="1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非獲利</a:t>
            </a:r>
            <a:r>
              <a:rPr lang="zh-TW" altLang="zh-TW" sz="1800" dirty="0"/>
              <a:t>稱作</a:t>
            </a:r>
            <a:r>
              <a:rPr lang="zh-TW" altLang="zh-TW" sz="180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壞資金</a:t>
            </a:r>
            <a:r>
              <a:rPr lang="zh-TW" altLang="zh-TW" sz="1800" dirty="0"/>
              <a:t>。</a:t>
            </a:r>
            <a:endParaRPr lang="en-US" altLang="zh-TW" sz="1800" dirty="0"/>
          </a:p>
          <a:p>
            <a:r>
              <a:rPr lang="zh-TW" altLang="zh-TW" sz="1800" dirty="0"/>
              <a:t>而用較少的資金找到可能策略，不至於花太多錢而走錯路則是</a:t>
            </a:r>
            <a:r>
              <a:rPr lang="zh-TW" altLang="zh-TW" sz="180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好資金</a:t>
            </a:r>
            <a:r>
              <a:rPr lang="zh-TW" altLang="zh-TW" sz="1800" dirty="0"/>
              <a:t>。</a:t>
            </a:r>
            <a:r>
              <a:rPr lang="zh-TW" altLang="en-US" sz="1800" dirty="0"/>
              <a:t>也就是</a:t>
            </a:r>
            <a:r>
              <a:rPr lang="zh-TW" altLang="zh-TW" sz="1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耐心等候公司成長</a:t>
            </a:r>
            <a:r>
              <a:rPr lang="zh-TW" altLang="zh-TW" sz="1800" dirty="0"/>
              <a:t>，但</a:t>
            </a:r>
            <a:r>
              <a:rPr lang="zh-TW" altLang="zh-TW" sz="1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急著看到獲利</a:t>
            </a:r>
            <a:r>
              <a:rPr lang="zh-TW" altLang="zh-TW" sz="1800" dirty="0"/>
              <a:t>。</a:t>
            </a:r>
            <a:endParaRPr lang="en-US" altLang="zh-TW" sz="1800" dirty="0"/>
          </a:p>
          <a:p>
            <a:endParaRPr lang="en-US" altLang="zh-TW" sz="1800" dirty="0"/>
          </a:p>
          <a:p>
            <a:r>
              <a:rPr lang="zh-TW" altLang="en-US" sz="1800" dirty="0"/>
              <a:t>大多數失敗的公司，都是一開始就把所有的錢投注在最初的策略上</a:t>
            </a:r>
            <a:endParaRPr lang="en-US" altLang="zh-TW" sz="1800" dirty="0"/>
          </a:p>
          <a:p>
            <a:endParaRPr lang="en-US" altLang="zh-TW" sz="1500" dirty="0"/>
          </a:p>
          <a:p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63500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2793" y="221234"/>
            <a:ext cx="6447501" cy="545123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權變理論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0863" y="1311475"/>
            <a:ext cx="6447501" cy="2910580"/>
          </a:xfrm>
        </p:spPr>
        <p:txBody>
          <a:bodyPr>
            <a:noAutofit/>
          </a:bodyPr>
          <a:lstStyle/>
          <a:p>
            <a:r>
              <a:rPr lang="zh-TW" altLang="zh-TW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事業剛起步</a:t>
            </a:r>
            <a:r>
              <a:rPr lang="en-US" altLang="zh-TW" sz="1500" dirty="0"/>
              <a:t>: </a:t>
            </a:r>
            <a:endParaRPr lang="zh-TW" altLang="zh-TW" sz="1500" dirty="0"/>
          </a:p>
          <a:p>
            <a:pPr lvl="1"/>
            <a:r>
              <a:rPr lang="zh-TW" altLang="zh-TW" sz="1500" dirty="0"/>
              <a:t>不清楚公司策略是否能成功，就必須</a:t>
            </a:r>
            <a:r>
              <a:rPr lang="zh-TW" altLang="zh-TW" sz="1500" u="sng" dirty="0"/>
              <a:t>耐心等候公司成長</a:t>
            </a:r>
            <a:r>
              <a:rPr lang="zh-TW" altLang="zh-TW" sz="1500" dirty="0"/>
              <a:t>，但</a:t>
            </a:r>
            <a:r>
              <a:rPr lang="zh-TW" altLang="zh-TW" sz="1500" u="sng" dirty="0"/>
              <a:t>急著看到獲利</a:t>
            </a:r>
            <a:r>
              <a:rPr lang="zh-TW" altLang="zh-TW" sz="1500" dirty="0"/>
              <a:t>。</a:t>
            </a:r>
            <a:endParaRPr lang="en-US" altLang="zh-TW" sz="1500" dirty="0"/>
          </a:p>
          <a:p>
            <a:pPr lvl="1"/>
            <a:r>
              <a:rPr lang="zh-TW" altLang="zh-TW" sz="1500" dirty="0"/>
              <a:t>可用較少的資金找到可能策略，不至於花太多錢而走錯路則是好資金。</a:t>
            </a:r>
            <a:endParaRPr lang="en-US" altLang="zh-TW" sz="1500" dirty="0"/>
          </a:p>
          <a:p>
            <a:pPr lvl="1"/>
            <a:r>
              <a:rPr lang="zh-TW" altLang="zh-TW" sz="1500" dirty="0"/>
              <a:t>有</a:t>
            </a:r>
            <a:r>
              <a:rPr lang="en-US" altLang="zh-TW" sz="1500" dirty="0"/>
              <a:t>93%</a:t>
            </a:r>
            <a:r>
              <a:rPr lang="zh-TW" altLang="zh-TW" sz="1500" dirty="0"/>
              <a:t>因最初策略行不通而放棄採另行策略，因此，在最初策略投注的資金越多、越快，就越容易把一家公司推到公司越大燒錢越快。</a:t>
            </a:r>
          </a:p>
          <a:p>
            <a:r>
              <a:rPr lang="zh-TW" altLang="zh-TW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確定策略可行</a:t>
            </a:r>
            <a:r>
              <a:rPr lang="en-US" altLang="zh-TW" sz="1500" dirty="0"/>
              <a:t>:</a:t>
            </a:r>
          </a:p>
          <a:p>
            <a:pPr lvl="1"/>
            <a:r>
              <a:rPr lang="zh-TW" altLang="zh-TW" sz="1500" dirty="0"/>
              <a:t>此時應改變目</a:t>
            </a:r>
            <a:r>
              <a:rPr lang="zh-TW" altLang="en-US" sz="1500" dirty="0"/>
              <a:t>標</a:t>
            </a:r>
            <a:r>
              <a:rPr lang="zh-TW" altLang="zh-TW" sz="1500" dirty="0"/>
              <a:t>，一方面</a:t>
            </a:r>
            <a:r>
              <a:rPr lang="zh-TW" altLang="zh-TW" sz="1500" u="sng" dirty="0"/>
              <a:t>急著看到公司成長，另一方面則耐心等待獲利。</a:t>
            </a:r>
            <a:endParaRPr lang="en-US" altLang="zh-TW" sz="1500" u="sng" dirty="0"/>
          </a:p>
          <a:p>
            <a:endParaRPr lang="en-US" altLang="zh-TW" dirty="0"/>
          </a:p>
          <a:p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5164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2085" y="320556"/>
            <a:ext cx="6447501" cy="574477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以</a:t>
            </a:r>
            <a:r>
              <a:rPr lang="zh-TW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本田小狼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為例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1377" y="856511"/>
            <a:ext cx="8431113" cy="2322534"/>
          </a:xfrm>
        </p:spPr>
        <p:txBody>
          <a:bodyPr/>
          <a:lstStyle/>
          <a:p>
            <a:r>
              <a:rPr lang="zh-TW" altLang="zh-TW" sz="1800" dirty="0"/>
              <a:t>本田小狼會成功正因為他人該開始在美國</a:t>
            </a:r>
            <a:r>
              <a:rPr lang="zh-TW" altLang="en-US" sz="1800" dirty="0"/>
              <a:t>開</a:t>
            </a:r>
            <a:r>
              <a:rPr lang="zh-TW" altLang="zh-TW" sz="1800" dirty="0"/>
              <a:t>展時，</a:t>
            </a:r>
            <a:r>
              <a:rPr lang="zh-TW" altLang="zh-TW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資金窘困</a:t>
            </a:r>
            <a:r>
              <a:rPr lang="zh-TW" altLang="zh-TW" sz="1800" dirty="0"/>
              <a:t>，</a:t>
            </a:r>
            <a:r>
              <a:rPr lang="zh-TW" altLang="zh-TW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不得不耐心等待成長</a:t>
            </a:r>
            <a:r>
              <a:rPr lang="zh-TW" altLang="zh-TW" sz="1800" dirty="0"/>
              <a:t>。然後</a:t>
            </a:r>
            <a:r>
              <a:rPr lang="zh-TW" altLang="zh-TW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慢慢研究可以獲利的模式 </a:t>
            </a:r>
            <a:endParaRPr lang="en-US" altLang="zh-TW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TW" altLang="zh-TW" sz="1650" dirty="0"/>
              <a:t>先求獲利再求成長。</a:t>
            </a:r>
          </a:p>
          <a:p>
            <a:r>
              <a:rPr lang="zh-TW" altLang="zh-TW" sz="1800" dirty="0"/>
              <a:t>如果本田進軍美國時，沒有資金短缺的束縛，自然願意投入更多資金在重型機車的案子上。</a:t>
            </a:r>
            <a:endParaRPr lang="en-US" altLang="zh-TW" sz="1800" dirty="0"/>
          </a:p>
          <a:p>
            <a:pPr lvl="1"/>
            <a:r>
              <a:rPr lang="zh-TW" altLang="zh-TW" sz="16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先求成長再求獲利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0832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9674" y="173359"/>
            <a:ext cx="6447501" cy="679939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好資金與壞資金與人生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390" y="1150540"/>
            <a:ext cx="6003558" cy="1922755"/>
          </a:xfrm>
        </p:spPr>
        <p:txBody>
          <a:bodyPr/>
          <a:lstStyle/>
          <a:p>
            <a:r>
              <a:rPr lang="zh-TW" altLang="en-US" sz="2100" dirty="0"/>
              <a:t>人生投資的</a:t>
            </a:r>
            <a:r>
              <a:rPr lang="zh-TW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優先順序</a:t>
            </a:r>
            <a:endParaRPr lang="en-US" altLang="zh-TW" sz="21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2100" dirty="0"/>
              <a:t>人生投資的</a:t>
            </a:r>
            <a:r>
              <a:rPr lang="zh-TW" altLang="en-US" sz="21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資源分配</a:t>
            </a:r>
            <a:endParaRPr lang="en-US" altLang="zh-TW" sz="21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08582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如何選才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7824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117" y="302733"/>
            <a:ext cx="6447501" cy="535387"/>
          </a:xfrm>
        </p:spPr>
        <p:txBody>
          <a:bodyPr/>
          <a:lstStyle/>
          <a:p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&amp; A+	</a:t>
            </a: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6041" y="1176199"/>
            <a:ext cx="7470946" cy="3493201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在您雇用或升遷的人當中，</a:t>
            </a:r>
            <a:endParaRPr lang="en-US" altLang="zh-TW" sz="2400" dirty="0"/>
          </a:p>
          <a:p>
            <a:pPr lvl="1"/>
            <a:r>
              <a:rPr lang="en-US" altLang="zh-TW" sz="2400" dirty="0"/>
              <a:t>(1) </a:t>
            </a:r>
            <a:r>
              <a:rPr lang="zh-TW" altLang="en-US" sz="2400" dirty="0"/>
              <a:t>有多少比例是</a:t>
            </a:r>
            <a:r>
              <a:rPr lang="zh-TW" altLang="en-US" sz="2400" b="1" dirty="0">
                <a:solidFill>
                  <a:srgbClr val="0000FF"/>
                </a:solidFill>
              </a:rPr>
              <a:t>不可多得</a:t>
            </a:r>
            <a:r>
              <a:rPr lang="zh-TW" altLang="en-US" sz="2400" dirty="0"/>
              <a:t>的人才</a:t>
            </a:r>
            <a:r>
              <a:rPr lang="en-US" altLang="zh-TW" sz="2400" dirty="0"/>
              <a:t>?</a:t>
            </a:r>
          </a:p>
          <a:p>
            <a:pPr lvl="1"/>
            <a:r>
              <a:rPr lang="en-US" altLang="zh-TW" sz="2400" dirty="0"/>
              <a:t>(2) </a:t>
            </a:r>
            <a:r>
              <a:rPr lang="zh-TW" altLang="en-US" sz="2400" dirty="0"/>
              <a:t>有多比例少</a:t>
            </a:r>
            <a:r>
              <a:rPr lang="zh-TW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表現尚可</a:t>
            </a:r>
            <a:r>
              <a:rPr lang="en-US" altLang="zh-TW" sz="2400" dirty="0"/>
              <a:t>?</a:t>
            </a:r>
          </a:p>
          <a:p>
            <a:pPr lvl="1"/>
            <a:r>
              <a:rPr lang="en-US" altLang="zh-TW" sz="2400" dirty="0"/>
              <a:t>(3) </a:t>
            </a:r>
            <a:r>
              <a:rPr lang="zh-TW" altLang="en-US" sz="2400" dirty="0"/>
              <a:t>有多比例少是</a:t>
            </a:r>
            <a:r>
              <a:rPr lang="zh-TW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所用非人</a:t>
            </a:r>
            <a:r>
              <a:rPr lang="en-US" altLang="zh-TW" sz="2400" dirty="0"/>
              <a:t>?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3729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0607" y="281839"/>
            <a:ext cx="6447501" cy="620501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如何找到真正的人才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0606" y="1088256"/>
            <a:ext cx="6447501" cy="2910580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Morgan McCall (USC Professor)</a:t>
            </a:r>
          </a:p>
          <a:p>
            <a:pPr lvl="1"/>
            <a:r>
              <a:rPr lang="zh-TW" altLang="en-US" sz="2400" b="1" dirty="0">
                <a:solidFill>
                  <a:srgbClr val="0000FF"/>
                </a:solidFill>
              </a:rPr>
              <a:t>並非天生資質優異 </a:t>
            </a:r>
            <a:r>
              <a:rPr lang="en-US" altLang="zh-TW" sz="2400" dirty="0"/>
              <a:t>(</a:t>
            </a:r>
            <a:r>
              <a:rPr lang="zh-TW" altLang="en-US" sz="2400" dirty="0"/>
              <a:t>如</a:t>
            </a:r>
            <a:r>
              <a:rPr lang="en-US" altLang="zh-TW" sz="2400" dirty="0"/>
              <a:t>: </a:t>
            </a:r>
            <a:r>
              <a:rPr lang="zh-TW" altLang="en-US" sz="2400" dirty="0"/>
              <a:t>不是飛行員的選才</a:t>
            </a:r>
            <a:r>
              <a:rPr lang="en-US" altLang="zh-TW" sz="2400" dirty="0"/>
              <a:t>)</a:t>
            </a:r>
          </a:p>
          <a:p>
            <a:pPr lvl="1"/>
            <a:r>
              <a:rPr lang="zh-TW" altLang="en-US" sz="2400" dirty="0"/>
              <a:t>不斷從</a:t>
            </a:r>
            <a:r>
              <a:rPr lang="zh-TW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經驗學習</a:t>
            </a:r>
            <a:r>
              <a:rPr lang="zh-TW" altLang="en-US" sz="2400" dirty="0"/>
              <a:t>克服挫敗或巨大壓力</a:t>
            </a:r>
            <a:endParaRPr lang="en-US" altLang="zh-TW" sz="2400" dirty="0"/>
          </a:p>
          <a:p>
            <a:pPr lvl="1"/>
            <a:r>
              <a:rPr lang="zh-TW" altLang="en-US" sz="2400" dirty="0"/>
              <a:t>能力就是這樣</a:t>
            </a:r>
            <a:r>
              <a:rPr lang="zh-TW" altLang="en-US" sz="2400" b="1" dirty="0">
                <a:solidFill>
                  <a:srgbClr val="0000FF"/>
                </a:solidFill>
              </a:rPr>
              <a:t>鍛練出來</a:t>
            </a:r>
            <a:endParaRPr lang="en-US" altLang="zh-TW" sz="2400" b="1" dirty="0">
              <a:solidFill>
                <a:srgbClr val="0000FF"/>
              </a:solidFill>
            </a:endParaRP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5988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2793" y="245952"/>
            <a:ext cx="6447501" cy="558944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</a:rPr>
              <a:t>選拔人才時</a:t>
            </a: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001" y="1222257"/>
            <a:ext cx="6447501" cy="2910580"/>
          </a:xfrm>
        </p:spPr>
        <p:txBody>
          <a:bodyPr>
            <a:noAutofit/>
          </a:bodyPr>
          <a:lstStyle/>
          <a:p>
            <a:r>
              <a:rPr lang="zh-TW" altLang="en-US" sz="1500" dirty="0">
                <a:latin typeface="標楷體" panose="03000509000000000000" pitchFamily="65" charset="-120"/>
              </a:rPr>
              <a:t>我們往往重視的是</a:t>
            </a:r>
            <a:r>
              <a:rPr lang="zh-TW" altLang="en-U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</a:rPr>
              <a:t>資源</a:t>
            </a:r>
            <a:r>
              <a:rPr lang="en-US" altLang="zh-TW" sz="1500" dirty="0">
                <a:latin typeface="標楷體" panose="03000509000000000000" pitchFamily="65" charset="-120"/>
              </a:rPr>
              <a:t>(</a:t>
            </a:r>
            <a:r>
              <a:rPr lang="zh-TW" altLang="en-US" sz="1500" dirty="0">
                <a:latin typeface="標楷體" panose="03000509000000000000" pitchFamily="65" charset="-120"/>
              </a:rPr>
              <a:t>漂亮履歷表真材實料</a:t>
            </a:r>
            <a:r>
              <a:rPr lang="en-US" altLang="zh-TW" sz="1500" dirty="0">
                <a:latin typeface="標楷體" panose="03000509000000000000" pitchFamily="65" charset="-120"/>
              </a:rPr>
              <a:t>)</a:t>
            </a:r>
          </a:p>
          <a:p>
            <a:pPr marL="0" indent="0">
              <a:buNone/>
            </a:pPr>
            <a:r>
              <a:rPr lang="zh-TW" altLang="en-US" sz="1500" dirty="0">
                <a:latin typeface="標楷體" panose="03000509000000000000" pitchFamily="65" charset="-120"/>
              </a:rPr>
              <a:t>    而非</a:t>
            </a:r>
            <a:r>
              <a:rPr lang="zh-TW" altLang="en-US" sz="1500" b="1" dirty="0">
                <a:solidFill>
                  <a:srgbClr val="FF0000"/>
                </a:solidFill>
                <a:latin typeface="標楷體" panose="03000509000000000000" pitchFamily="65" charset="-120"/>
              </a:rPr>
              <a:t>流程</a:t>
            </a:r>
            <a:r>
              <a:rPr lang="zh-TW" altLang="en-US" sz="1500" dirty="0">
                <a:latin typeface="標楷體" panose="03000509000000000000" pitchFamily="65" charset="-120"/>
              </a:rPr>
              <a:t> </a:t>
            </a:r>
            <a:endParaRPr lang="en-US" altLang="zh-TW" sz="1500" dirty="0">
              <a:latin typeface="標楷體" panose="03000509000000000000" pitchFamily="65" charset="-120"/>
            </a:endParaRPr>
          </a:p>
          <a:p>
            <a:r>
              <a:rPr lang="zh-TW" altLang="en-US" sz="1500" dirty="0">
                <a:latin typeface="標楷體" panose="03000509000000000000" pitchFamily="65" charset="-120"/>
              </a:rPr>
              <a:t>一流的好手，過去表現亮眼，有傲人的履歷表，但卻</a:t>
            </a:r>
            <a:r>
              <a:rPr lang="en-US" altLang="zh-TW" sz="1500" dirty="0">
                <a:latin typeface="標楷體" panose="03000509000000000000" pitchFamily="65" charset="-120"/>
              </a:rPr>
              <a:t>… </a:t>
            </a:r>
          </a:p>
          <a:p>
            <a:r>
              <a:rPr lang="zh-TW" altLang="en-US" sz="1500" dirty="0"/>
              <a:t>要找的應是有流程能力</a:t>
            </a:r>
            <a:endParaRPr lang="en-US" altLang="zh-TW" sz="1500" dirty="0"/>
          </a:p>
          <a:p>
            <a:pPr lvl="1"/>
            <a:r>
              <a:rPr lang="zh-TW" altLang="en-US" sz="1500" dirty="0"/>
              <a:t>具有</a:t>
            </a:r>
            <a:r>
              <a:rPr lang="zh-TW" altLang="en-US" sz="1500" b="1" dirty="0">
                <a:solidFill>
                  <a:srgbClr val="0000FF"/>
                </a:solidFill>
              </a:rPr>
              <a:t>挑戰性</a:t>
            </a:r>
            <a:r>
              <a:rPr lang="zh-TW" altLang="en-US" sz="1500" dirty="0"/>
              <a:t>的工作</a:t>
            </a:r>
            <a:endParaRPr lang="en-US" altLang="zh-TW" sz="1500" dirty="0"/>
          </a:p>
          <a:p>
            <a:pPr lvl="1"/>
            <a:r>
              <a:rPr lang="zh-TW" altLang="en-US" sz="1500" b="1" dirty="0">
                <a:solidFill>
                  <a:srgbClr val="0000FF"/>
                </a:solidFill>
              </a:rPr>
              <a:t>失敗</a:t>
            </a:r>
            <a:r>
              <a:rPr lang="zh-TW" altLang="en-US" sz="1500" dirty="0"/>
              <a:t>的案子</a:t>
            </a:r>
            <a:endParaRPr lang="en-US" altLang="zh-TW" sz="1500" dirty="0"/>
          </a:p>
          <a:p>
            <a:pPr lvl="1"/>
            <a:r>
              <a:rPr lang="zh-TW" altLang="en-US" sz="1500" dirty="0"/>
              <a:t>接受</a:t>
            </a:r>
            <a:r>
              <a:rPr lang="zh-TW" altLang="en-US" sz="1500" b="1" dirty="0">
                <a:solidFill>
                  <a:srgbClr val="0000FF"/>
                </a:solidFill>
              </a:rPr>
              <a:t>新領域</a:t>
            </a:r>
            <a:endParaRPr lang="en-US" altLang="zh-TW" sz="15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TW" sz="1500" dirty="0"/>
              <a:t>     </a:t>
            </a:r>
            <a:r>
              <a:rPr lang="zh-TW" altLang="en-US" sz="1500" dirty="0"/>
              <a:t>的考驗</a:t>
            </a:r>
            <a:endParaRPr lang="en-US" altLang="zh-TW" sz="1500" dirty="0"/>
          </a:p>
          <a:p>
            <a:r>
              <a:rPr lang="zh-TW" altLang="en-US" sz="1500" dirty="0"/>
              <a:t>開創新事業</a:t>
            </a:r>
            <a:endParaRPr lang="en-US" altLang="zh-TW" sz="1500" dirty="0"/>
          </a:p>
          <a:p>
            <a:pPr lvl="1"/>
            <a:r>
              <a:rPr lang="zh-TW" altLang="en-US" sz="1500" dirty="0"/>
              <a:t>碰到問題隨機應變、調整策略、如何使新產品獲利，而</a:t>
            </a:r>
            <a:r>
              <a:rPr lang="zh-TW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不只是希望公司越大越好</a:t>
            </a:r>
            <a:endParaRPr lang="en-US" altLang="zh-TW" sz="15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923931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0381" y="264034"/>
            <a:ext cx="6447501" cy="553278"/>
          </a:xfrm>
        </p:spPr>
        <p:txBody>
          <a:bodyPr>
            <a:normAutofit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選才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想想如何培養孩子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3500" y="1197738"/>
            <a:ext cx="6447501" cy="2910580"/>
          </a:xfrm>
        </p:spPr>
        <p:txBody>
          <a:bodyPr>
            <a:noAutofit/>
          </a:bodyPr>
          <a:lstStyle/>
          <a:p>
            <a:r>
              <a:rPr lang="zh-TW" altLang="en-US" sz="1800" dirty="0"/>
              <a:t>有些人在職場慘遭滑鐵盧，不是天生能力欠佳，而是他們</a:t>
            </a:r>
            <a:r>
              <a:rPr lang="zh-TW" altLang="en-US" sz="180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一直都沒有能獲得相關經驗</a:t>
            </a:r>
            <a:r>
              <a:rPr lang="zh-TW" altLang="en-US" sz="1800" dirty="0"/>
              <a:t>，幫助他們面對工作挑戰</a:t>
            </a:r>
            <a:endParaRPr lang="en-US" altLang="zh-TW" sz="1800" dirty="0"/>
          </a:p>
          <a:p>
            <a:endParaRPr lang="en-US" altLang="zh-TW" sz="1800" dirty="0"/>
          </a:p>
          <a:p>
            <a:r>
              <a:rPr lang="zh-TW" altLang="en-US" sz="1800" dirty="0"/>
              <a:t>很多父母希望幫孩子打造一張漂亮履歷表</a:t>
            </a:r>
            <a:r>
              <a:rPr lang="en-US" altLang="zh-TW" sz="1800" dirty="0"/>
              <a:t>: </a:t>
            </a:r>
            <a:r>
              <a:rPr lang="zh-TW" altLang="en-US" sz="1800" dirty="0"/>
              <a:t>優異學業成績、比賽常勝軍 </a:t>
            </a:r>
            <a:r>
              <a:rPr lang="en-US" altLang="zh-TW" sz="1800" dirty="0"/>
              <a:t>(</a:t>
            </a:r>
            <a:r>
              <a:rPr lang="zh-TW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資源</a:t>
            </a:r>
            <a:r>
              <a:rPr lang="en-US" altLang="zh-TW" sz="1800" dirty="0"/>
              <a:t>)</a:t>
            </a:r>
            <a:r>
              <a:rPr lang="zh-TW" altLang="en-US" sz="1800" dirty="0"/>
              <a:t> 。</a:t>
            </a:r>
            <a:endParaRPr lang="en-US" altLang="zh-TW" sz="1800" dirty="0"/>
          </a:p>
          <a:p>
            <a:r>
              <a:rPr lang="zh-TW" altLang="en-US" sz="1800" dirty="0"/>
              <a:t>在意這些表面東西而忽略孩子未來的能力</a:t>
            </a:r>
            <a:r>
              <a:rPr lang="en-US" altLang="zh-TW" sz="1800" dirty="0"/>
              <a:t>(</a:t>
            </a:r>
            <a:r>
              <a:rPr lang="zh-TW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流程</a:t>
            </a:r>
            <a:r>
              <a:rPr lang="en-US" altLang="zh-TW" sz="1800" dirty="0"/>
              <a:t>)</a:t>
            </a:r>
            <a:r>
              <a:rPr lang="zh-TW" altLang="en-US" sz="1800" dirty="0"/>
              <a:t> 。</a:t>
            </a:r>
            <a:endParaRPr lang="en-US" altLang="zh-TW" sz="1800" dirty="0"/>
          </a:p>
          <a:p>
            <a:r>
              <a:rPr lang="en-US" altLang="zh-TW" sz="1800" dirty="0"/>
              <a:t> </a:t>
            </a:r>
            <a:r>
              <a:rPr lang="zh-TW" altLang="en-US" sz="1800" dirty="0"/>
              <a:t>該思考，發展什麼能力及什麼樣的經驗</a:t>
            </a:r>
            <a:r>
              <a:rPr lang="en-US" altLang="zh-TW" sz="1800" dirty="0"/>
              <a:t>?</a:t>
            </a:r>
            <a:r>
              <a:rPr lang="zh-TW" altLang="en-US" sz="1800" dirty="0"/>
              <a:t> 該製造什麼機會讓他們獲得這些經驗。</a:t>
            </a:r>
            <a:endParaRPr lang="en-US" altLang="zh-TW" sz="1800" dirty="0"/>
          </a:p>
          <a:p>
            <a:r>
              <a:rPr lang="zh-TW" altLang="en-US" sz="1800" dirty="0"/>
              <a:t>讓孩子學習作困難的事</a:t>
            </a:r>
          </a:p>
        </p:txBody>
      </p:sp>
    </p:spTree>
    <p:extLst>
      <p:ext uri="{BB962C8B-B14F-4D97-AF65-F5344CB8AC3E}">
        <p14:creationId xmlns:p14="http://schemas.microsoft.com/office/powerpoint/2010/main" val="319624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4850" y="241498"/>
            <a:ext cx="6447501" cy="535388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文化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3063" y="1031531"/>
            <a:ext cx="7130432" cy="2151795"/>
          </a:xfrm>
        </p:spPr>
        <p:txBody>
          <a:bodyPr>
            <a:noAutofit/>
          </a:bodyPr>
          <a:lstStyle/>
          <a:p>
            <a:r>
              <a:rPr lang="zh-TW" altLang="en-US" sz="2100" dirty="0"/>
              <a:t>對孩子的</a:t>
            </a:r>
            <a:r>
              <a:rPr lang="zh-TW" altLang="en-US" sz="21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期待</a:t>
            </a:r>
            <a:r>
              <a:rPr lang="zh-TW" altLang="en-US" sz="2100" dirty="0"/>
              <a:t>是一回事，</a:t>
            </a:r>
            <a:r>
              <a:rPr lang="zh-TW" altLang="en-US" sz="2100" b="1" dirty="0">
                <a:solidFill>
                  <a:srgbClr val="0000FF"/>
                </a:solidFill>
              </a:rPr>
              <a:t>事實</a:t>
            </a:r>
            <a:r>
              <a:rPr lang="zh-TW" altLang="en-US" sz="2100" dirty="0"/>
              <a:t>又是另一回事</a:t>
            </a:r>
            <a:endParaRPr lang="en-US" altLang="zh-TW" sz="2100" dirty="0"/>
          </a:p>
          <a:p>
            <a:r>
              <a:rPr lang="zh-TW" altLang="en-US" sz="2100" dirty="0"/>
              <a:t>要彌平期待與事實的</a:t>
            </a:r>
            <a:r>
              <a:rPr lang="zh-TW" altLang="en-US" sz="21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差距</a:t>
            </a:r>
            <a:r>
              <a:rPr lang="zh-TW" altLang="en-US" sz="2100" dirty="0"/>
              <a:t>，最強的工具就是</a:t>
            </a:r>
            <a:r>
              <a:rPr lang="zh-TW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文化</a:t>
            </a:r>
            <a:endParaRPr lang="en-US" altLang="zh-TW" sz="21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2100" dirty="0"/>
              <a:t>我們必須了解文化的運作，努力讓文化發揮影響力</a:t>
            </a:r>
            <a:endParaRPr lang="en-US" altLang="zh-TW" sz="2100" dirty="0"/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26865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/>
          <p:cNvSpPr>
            <a:spLocks noGrp="1"/>
          </p:cNvSpPr>
          <p:nvPr>
            <p:ph type="title"/>
          </p:nvPr>
        </p:nvSpPr>
        <p:spPr>
          <a:xfrm>
            <a:off x="355301" y="318894"/>
            <a:ext cx="5844779" cy="46791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優先順序是建立文化的基石</a:t>
            </a:r>
          </a:p>
        </p:txBody>
      </p:sp>
      <p:sp>
        <p:nvSpPr>
          <p:cNvPr id="74755" name="內容版面配置區 2"/>
          <p:cNvSpPr>
            <a:spLocks noGrp="1"/>
          </p:cNvSpPr>
          <p:nvPr>
            <p:ph idx="1"/>
          </p:nvPr>
        </p:nvSpPr>
        <p:spPr>
          <a:xfrm>
            <a:off x="458267" y="1148177"/>
            <a:ext cx="5638846" cy="3086100"/>
          </a:xfrm>
        </p:spPr>
        <p:txBody>
          <a:bodyPr/>
          <a:lstStyle/>
          <a:p>
            <a:r>
              <a:rPr lang="zh-TW" altLang="en-US" sz="2100" dirty="0">
                <a:solidFill>
                  <a:srgbClr val="FF0000"/>
                </a:solidFill>
                <a:latin typeface="標楷體" panose="03000509000000000000" pitchFamily="65" charset="-120"/>
              </a:rPr>
              <a:t>家庭成員不斷一起工作</a:t>
            </a:r>
            <a:endParaRPr lang="en-US" altLang="zh-TW" sz="2100" dirty="0">
              <a:solidFill>
                <a:srgbClr val="FF0000"/>
              </a:solidFill>
              <a:latin typeface="新細明體" panose="02020500000000000000" pitchFamily="18" charset="-120"/>
            </a:endParaRPr>
          </a:p>
          <a:p>
            <a:r>
              <a:rPr lang="zh-TW" altLang="en-US" sz="2100" dirty="0">
                <a:latin typeface="標楷體" panose="03000509000000000000" pitchFamily="65" charset="-120"/>
              </a:rPr>
              <a:t>孩子不但記得和我們</a:t>
            </a:r>
            <a:r>
              <a:rPr lang="zh-TW" altLang="en-US" sz="2100" dirty="0">
                <a:solidFill>
                  <a:srgbClr val="0000FF"/>
                </a:solidFill>
                <a:latin typeface="標楷體" panose="03000509000000000000" pitchFamily="65" charset="-120"/>
              </a:rPr>
              <a:t>一起工作有多好玩</a:t>
            </a:r>
            <a:endParaRPr lang="en-US" altLang="zh-TW" sz="2100" dirty="0">
              <a:solidFill>
                <a:srgbClr val="0000FF"/>
              </a:solidFill>
              <a:latin typeface="標楷體" panose="03000509000000000000" pitchFamily="65" charset="-120"/>
            </a:endParaRPr>
          </a:p>
          <a:p>
            <a:r>
              <a:rPr lang="zh-TW" altLang="en-US" sz="2100" dirty="0">
                <a:latin typeface="標楷體" panose="03000509000000000000" pitchFamily="65" charset="-120"/>
              </a:rPr>
              <a:t>了解</a:t>
            </a:r>
            <a:r>
              <a:rPr lang="zh-TW" altLang="en-US" sz="2100" dirty="0">
                <a:solidFill>
                  <a:srgbClr val="FF0000"/>
                </a:solidFill>
                <a:latin typeface="標楷體" panose="03000509000000000000" pitchFamily="65" charset="-120"/>
              </a:rPr>
              <a:t>家的優先順序</a:t>
            </a:r>
            <a:endParaRPr lang="en-US" altLang="zh-TW" sz="2100" dirty="0">
              <a:solidFill>
                <a:srgbClr val="FF0000"/>
              </a:solidFill>
              <a:latin typeface="標楷體" panose="03000509000000000000" pitchFamily="65" charset="-120"/>
            </a:endParaRPr>
          </a:p>
          <a:p>
            <a:r>
              <a:rPr lang="zh-TW" altLang="en-US" sz="2100" dirty="0">
                <a:latin typeface="標楷體" panose="03000509000000000000" pitchFamily="65" charset="-120"/>
              </a:rPr>
              <a:t>也知道如何</a:t>
            </a:r>
            <a:r>
              <a:rPr lang="zh-TW" altLang="en-US" sz="2100" dirty="0">
                <a:solidFill>
                  <a:srgbClr val="0000FF"/>
                </a:solidFill>
                <a:latin typeface="標楷體" panose="03000509000000000000" pitchFamily="65" charset="-120"/>
              </a:rPr>
              <a:t>解決問題</a:t>
            </a:r>
            <a:endParaRPr lang="en-US" altLang="zh-TW" sz="2100" dirty="0">
              <a:solidFill>
                <a:srgbClr val="0000FF"/>
              </a:solidFill>
              <a:latin typeface="標楷體" panose="03000509000000000000" pitchFamily="65" charset="-120"/>
            </a:endParaRPr>
          </a:p>
          <a:p>
            <a:r>
              <a:rPr lang="zh-TW" altLang="en-US" sz="2100" dirty="0">
                <a:solidFill>
                  <a:srgbClr val="FF0000"/>
                </a:solidFill>
                <a:latin typeface="標楷體" panose="03000509000000000000" pitchFamily="65" charset="-120"/>
              </a:rPr>
              <a:t>為自己的成就感到驕傲</a:t>
            </a:r>
            <a:r>
              <a:rPr lang="zh-TW" altLang="en-US" sz="2100" dirty="0">
                <a:latin typeface="標楷體" panose="03000509000000000000" pitchFamily="65" charset="-120"/>
              </a:rPr>
              <a:t>，他們因此學會熱愛工作。</a:t>
            </a:r>
          </a:p>
        </p:txBody>
      </p:sp>
    </p:spTree>
    <p:extLst>
      <p:ext uri="{BB962C8B-B14F-4D97-AF65-F5344CB8AC3E}">
        <p14:creationId xmlns:p14="http://schemas.microsoft.com/office/powerpoint/2010/main" val="3683455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284144" y="211682"/>
            <a:ext cx="6447501" cy="712678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人生三問</a:t>
            </a: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669254" y="1199199"/>
            <a:ext cx="6473428" cy="30861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TW" altLang="en-US" sz="2100" dirty="0">
                <a:latin typeface="標楷體" pitchFamily="65" charset="-120"/>
              </a:rPr>
              <a:t>美國創新大師克里斯汀生</a:t>
            </a:r>
            <a:r>
              <a:rPr lang="en-US" altLang="zh-TW" sz="2100" dirty="0">
                <a:latin typeface="標楷體" pitchFamily="65" charset="-120"/>
              </a:rPr>
              <a:t>﹙Clayton Christensen﹚</a:t>
            </a:r>
            <a:r>
              <a:rPr lang="zh-TW" altLang="en-US" sz="2100" dirty="0">
                <a:latin typeface="標楷體" pitchFamily="65" charset="-120"/>
              </a:rPr>
              <a:t>經過三次重病後，將其生命體悟寫成</a:t>
            </a:r>
            <a:r>
              <a:rPr lang="en-US" altLang="zh-TW" sz="2100" dirty="0">
                <a:latin typeface="標楷體" pitchFamily="65" charset="-120"/>
              </a:rPr>
              <a:t>《</a:t>
            </a:r>
            <a:r>
              <a:rPr lang="zh-TW" altLang="en-US" sz="2100" dirty="0">
                <a:latin typeface="標楷體" pitchFamily="65" charset="-120"/>
              </a:rPr>
              <a:t>你要如何衡量你的人生</a:t>
            </a:r>
            <a:r>
              <a:rPr lang="en-US" altLang="zh-TW" sz="2100" dirty="0">
                <a:latin typeface="標楷體" pitchFamily="65" charset="-120"/>
              </a:rPr>
              <a:t>》</a:t>
            </a:r>
            <a:r>
              <a:rPr lang="zh-TW" altLang="en-US" sz="2100" dirty="0">
                <a:latin typeface="標楷體" pitchFamily="65" charset="-120"/>
              </a:rPr>
              <a:t>一書，書中提出「人生三問」，並且提出他的解答。工作如何找到工作熱情？</a:t>
            </a:r>
            <a:endParaRPr lang="en-US" altLang="zh-TW" sz="2100" dirty="0">
              <a:latin typeface="標楷體" pitchFamily="65" charset="-120"/>
            </a:endParaRPr>
          </a:p>
          <a:p>
            <a:pPr lvl="1">
              <a:defRPr/>
            </a:pPr>
            <a:r>
              <a:rPr lang="zh-TW" altLang="zh-TW" sz="19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工作</a:t>
            </a:r>
            <a:r>
              <a:rPr lang="en-US" altLang="zh-TW" sz="1950" dirty="0"/>
              <a:t>:</a:t>
            </a:r>
            <a:r>
              <a:rPr lang="zh-TW" altLang="zh-TW" sz="1950" u="sng" dirty="0">
                <a:solidFill>
                  <a:srgbClr val="0000FF"/>
                </a:solidFill>
              </a:rPr>
              <a:t>如何知道我的工作生涯可以成功、快樂</a:t>
            </a:r>
            <a:r>
              <a:rPr lang="en-US" altLang="zh-TW" sz="1950" u="sng" dirty="0">
                <a:solidFill>
                  <a:srgbClr val="0000FF"/>
                </a:solidFill>
              </a:rPr>
              <a:t>? </a:t>
            </a:r>
            <a:r>
              <a:rPr lang="en-US" altLang="zh-TW" sz="1950" dirty="0"/>
              <a:t>(</a:t>
            </a:r>
            <a:r>
              <a:rPr lang="zh-TW" altLang="zh-TW" sz="1950" dirty="0"/>
              <a:t>如何樂在工作</a:t>
            </a:r>
            <a:r>
              <a:rPr lang="en-US" altLang="zh-TW" sz="1950" dirty="0"/>
              <a:t>)</a:t>
            </a:r>
            <a:endParaRPr lang="zh-TW" altLang="zh-TW" sz="1950" dirty="0"/>
          </a:p>
          <a:p>
            <a:pPr lvl="1">
              <a:defRPr/>
            </a:pPr>
            <a:r>
              <a:rPr lang="zh-TW" altLang="zh-TW" sz="19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家庭</a:t>
            </a:r>
            <a:r>
              <a:rPr lang="en-US" altLang="zh-TW" sz="1950" dirty="0"/>
              <a:t>:</a:t>
            </a:r>
            <a:r>
              <a:rPr lang="zh-TW" altLang="zh-TW" sz="1950" u="sng" dirty="0">
                <a:solidFill>
                  <a:srgbClr val="0000FF"/>
                </a:solidFill>
              </a:rPr>
              <a:t>如何知道我與配偶、兒女與朋友的關係可以成為快樂的泉源</a:t>
            </a:r>
            <a:r>
              <a:rPr lang="en-US" altLang="zh-TW" sz="1950" dirty="0"/>
              <a:t>(</a:t>
            </a:r>
            <a:r>
              <a:rPr lang="zh-TW" altLang="zh-TW" sz="1950" dirty="0"/>
              <a:t>如何與家人常保幸福</a:t>
            </a:r>
            <a:r>
              <a:rPr lang="en-US" altLang="zh-TW" sz="1950" dirty="0"/>
              <a:t>)</a:t>
            </a:r>
            <a:endParaRPr lang="zh-TW" altLang="zh-TW" sz="1950" dirty="0"/>
          </a:p>
          <a:p>
            <a:pPr lvl="1">
              <a:defRPr/>
            </a:pPr>
            <a:r>
              <a:rPr lang="zh-TW" altLang="zh-TW" sz="19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堅守原則</a:t>
            </a:r>
            <a:r>
              <a:rPr lang="en-US" altLang="zh-TW" sz="1950" dirty="0"/>
              <a:t>:</a:t>
            </a:r>
            <a:r>
              <a:rPr lang="zh-TW" altLang="zh-TW" sz="1950" u="sng" dirty="0">
                <a:solidFill>
                  <a:srgbClr val="0000FF"/>
                </a:solidFill>
              </a:rPr>
              <a:t>如何知道我這一生會堅守原則</a:t>
            </a:r>
            <a:r>
              <a:rPr lang="zh-TW" altLang="en-US" sz="1950" u="sng" dirty="0">
                <a:solidFill>
                  <a:srgbClr val="0000FF"/>
                </a:solidFill>
              </a:rPr>
              <a:t>，如何</a:t>
            </a:r>
            <a:r>
              <a:rPr lang="zh-TW" altLang="zh-TW" sz="1950" u="sng" dirty="0">
                <a:solidFill>
                  <a:srgbClr val="0000FF"/>
                </a:solidFill>
              </a:rPr>
              <a:t>免除牢獄</a:t>
            </a:r>
            <a:r>
              <a:rPr lang="en-US" altLang="zh-TW" sz="1950" dirty="0"/>
              <a:t>(</a:t>
            </a:r>
            <a:r>
              <a:rPr lang="zh-TW" altLang="zh-TW" sz="1950" dirty="0"/>
              <a:t>如何擁有正直的人生</a:t>
            </a:r>
            <a:r>
              <a:rPr lang="en-US" altLang="zh-TW" sz="1950" dirty="0"/>
              <a:t>)</a:t>
            </a:r>
            <a:endParaRPr lang="zh-TW" altLang="zh-TW" sz="1950" dirty="0"/>
          </a:p>
        </p:txBody>
      </p:sp>
      <p:sp>
        <p:nvSpPr>
          <p:cNvPr id="3686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945CA5-7F85-4216-A596-3C2DF8963A76}" type="slidenum">
              <a:rPr kumimoji="0" lang="zh-TW" altLang="en-US" sz="105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TW" sz="1050"/>
          </a:p>
        </p:txBody>
      </p:sp>
    </p:spTree>
    <p:extLst>
      <p:ext uri="{BB962C8B-B14F-4D97-AF65-F5344CB8AC3E}">
        <p14:creationId xmlns:p14="http://schemas.microsoft.com/office/powerpoint/2010/main" val="3283131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2667</TotalTime>
  <Words>2045</Words>
  <Application>Microsoft Office PowerPoint</Application>
  <PresentationFormat>如螢幕大小 (16:10)</PresentationFormat>
  <Paragraphs>174</Paragraphs>
  <Slides>32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41" baseType="lpstr">
      <vt:lpstr>微軟正黑體</vt:lpstr>
      <vt:lpstr>微軟正黑體</vt:lpstr>
      <vt:lpstr>新細明體</vt:lpstr>
      <vt:lpstr>標楷體</vt:lpstr>
      <vt:lpstr>Arial</vt:lpstr>
      <vt:lpstr>Calibri</vt:lpstr>
      <vt:lpstr>Tahoma</vt:lpstr>
      <vt:lpstr>Times New Roman</vt:lpstr>
      <vt:lpstr>Office 佈景主題</vt:lpstr>
      <vt:lpstr>  </vt:lpstr>
      <vt:lpstr>作者  簡介 </vt:lpstr>
      <vt:lpstr>理論 v.s 模型</vt:lpstr>
      <vt:lpstr> 是什麼(What) ?做什麼用(How to use)? </vt:lpstr>
      <vt:lpstr> 模型是什麼(What) ?做什麼用(How to use)? </vt:lpstr>
      <vt:lpstr>理論是否可靠，最好的檢驗方法 是找出一些反常的例子，也就是 該理論無法解釋的現象。 </vt:lpstr>
      <vt:lpstr>雙因子理論</vt:lpstr>
      <vt:lpstr>雙因子理論</vt:lpstr>
      <vt:lpstr>工作 </vt:lpstr>
      <vt:lpstr>理論運用</vt:lpstr>
      <vt:lpstr>策略、目標、衡量</vt:lpstr>
      <vt:lpstr> 策略是什麼(What) ?做什麼用(How to use)? </vt:lpstr>
      <vt:lpstr>目的/目標</vt:lpstr>
      <vt:lpstr>人生的目的/目標</vt:lpstr>
      <vt:lpstr>計畫(策略)與變化</vt:lpstr>
      <vt:lpstr>成功在你意想不到的地方 --本田小狼(Honda Super Cub)闖蕩美國  </vt:lpstr>
      <vt:lpstr>如何成長</vt:lpstr>
      <vt:lpstr>PowerPoint 簡報</vt:lpstr>
      <vt:lpstr>思考</vt:lpstr>
      <vt:lpstr>HTC策略行銷的問題</vt:lpstr>
      <vt:lpstr>好資金與壞資金理論</vt:lpstr>
      <vt:lpstr>權變理論</vt:lpstr>
      <vt:lpstr>以本田小狼為例</vt:lpstr>
      <vt:lpstr>好資金與壞資金與人生</vt:lpstr>
      <vt:lpstr>如何選才</vt:lpstr>
      <vt:lpstr>A &amp; A+ </vt:lpstr>
      <vt:lpstr>如何找到真正的人才</vt:lpstr>
      <vt:lpstr>選拔人才時</vt:lpstr>
      <vt:lpstr>選才? 想想如何培養孩子</vt:lpstr>
      <vt:lpstr>文化</vt:lpstr>
      <vt:lpstr>優先順序是建立文化的基石</vt:lpstr>
      <vt:lpstr>人生三問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User</dc:creator>
  <cp:lastModifiedBy>曹修源</cp:lastModifiedBy>
  <cp:revision>212</cp:revision>
  <dcterms:created xsi:type="dcterms:W3CDTF">2021-11-07T01:17:09Z</dcterms:created>
  <dcterms:modified xsi:type="dcterms:W3CDTF">2024-02-29T09:55:56Z</dcterms:modified>
</cp:coreProperties>
</file>