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1" r:id="rId1"/>
  </p:sldMasterIdLst>
  <p:notesMasterIdLst>
    <p:notesMasterId r:id="rId19"/>
  </p:notesMasterIdLst>
  <p:sldIdLst>
    <p:sldId id="301" r:id="rId2"/>
    <p:sldId id="285" r:id="rId3"/>
    <p:sldId id="286" r:id="rId4"/>
    <p:sldId id="287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300" r:id="rId14"/>
    <p:sldId id="296" r:id="rId15"/>
    <p:sldId id="297" r:id="rId16"/>
    <p:sldId id="298" r:id="rId17"/>
    <p:sldId id="299" r:id="rId18"/>
  </p:sldIdLst>
  <p:sldSz cx="13004800" cy="9753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45D08C-3E42-412A-838A-5128AA5C0884}" v="1" dt="2026-04-22T00:31:21.617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123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曹修源" userId="cd4dc3a9-fcfc-4557-b60c-6ceb710917d0" providerId="ADAL" clId="{B545D08C-3E42-412A-838A-5128AA5C0884}"/>
    <pc:docChg chg="custSel delSld modSld">
      <pc:chgData name="曹修源" userId="cd4dc3a9-fcfc-4557-b60c-6ceb710917d0" providerId="ADAL" clId="{B545D08C-3E42-412A-838A-5128AA5C0884}" dt="2026-04-22T00:31:48.541" v="14" actId="47"/>
      <pc:docMkLst>
        <pc:docMk/>
      </pc:docMkLst>
      <pc:sldChg chg="del">
        <pc:chgData name="曹修源" userId="cd4dc3a9-fcfc-4557-b60c-6ceb710917d0" providerId="ADAL" clId="{B545D08C-3E42-412A-838A-5128AA5C0884}" dt="2026-04-22T00:29:00.742" v="0" actId="47"/>
        <pc:sldMkLst>
          <pc:docMk/>
          <pc:sldMk cId="0" sldId="256"/>
        </pc:sldMkLst>
      </pc:sldChg>
      <pc:sldChg chg="del">
        <pc:chgData name="曹修源" userId="cd4dc3a9-fcfc-4557-b60c-6ceb710917d0" providerId="ADAL" clId="{B545D08C-3E42-412A-838A-5128AA5C0884}" dt="2026-04-22T00:29:00.742" v="0" actId="47"/>
        <pc:sldMkLst>
          <pc:docMk/>
          <pc:sldMk cId="0" sldId="257"/>
        </pc:sldMkLst>
      </pc:sldChg>
      <pc:sldChg chg="del">
        <pc:chgData name="曹修源" userId="cd4dc3a9-fcfc-4557-b60c-6ceb710917d0" providerId="ADAL" clId="{B545D08C-3E42-412A-838A-5128AA5C0884}" dt="2026-04-22T00:29:00.742" v="0" actId="47"/>
        <pc:sldMkLst>
          <pc:docMk/>
          <pc:sldMk cId="0" sldId="258"/>
        </pc:sldMkLst>
      </pc:sldChg>
      <pc:sldChg chg="del">
        <pc:chgData name="曹修源" userId="cd4dc3a9-fcfc-4557-b60c-6ceb710917d0" providerId="ADAL" clId="{B545D08C-3E42-412A-838A-5128AA5C0884}" dt="2026-04-22T00:29:00.742" v="0" actId="47"/>
        <pc:sldMkLst>
          <pc:docMk/>
          <pc:sldMk cId="0" sldId="259"/>
        </pc:sldMkLst>
      </pc:sldChg>
      <pc:sldChg chg="del">
        <pc:chgData name="曹修源" userId="cd4dc3a9-fcfc-4557-b60c-6ceb710917d0" providerId="ADAL" clId="{B545D08C-3E42-412A-838A-5128AA5C0884}" dt="2026-04-22T00:29:00.742" v="0" actId="47"/>
        <pc:sldMkLst>
          <pc:docMk/>
          <pc:sldMk cId="0" sldId="260"/>
        </pc:sldMkLst>
      </pc:sldChg>
      <pc:sldChg chg="del">
        <pc:chgData name="曹修源" userId="cd4dc3a9-fcfc-4557-b60c-6ceb710917d0" providerId="ADAL" clId="{B545D08C-3E42-412A-838A-5128AA5C0884}" dt="2026-04-22T00:29:00.742" v="0" actId="47"/>
        <pc:sldMkLst>
          <pc:docMk/>
          <pc:sldMk cId="0" sldId="261"/>
        </pc:sldMkLst>
      </pc:sldChg>
      <pc:sldChg chg="del">
        <pc:chgData name="曹修源" userId="cd4dc3a9-fcfc-4557-b60c-6ceb710917d0" providerId="ADAL" clId="{B545D08C-3E42-412A-838A-5128AA5C0884}" dt="2026-04-22T00:29:00.742" v="0" actId="47"/>
        <pc:sldMkLst>
          <pc:docMk/>
          <pc:sldMk cId="0" sldId="262"/>
        </pc:sldMkLst>
      </pc:sldChg>
      <pc:sldChg chg="del">
        <pc:chgData name="曹修源" userId="cd4dc3a9-fcfc-4557-b60c-6ceb710917d0" providerId="ADAL" clId="{B545D08C-3E42-412A-838A-5128AA5C0884}" dt="2026-04-22T00:29:00.742" v="0" actId="47"/>
        <pc:sldMkLst>
          <pc:docMk/>
          <pc:sldMk cId="0" sldId="263"/>
        </pc:sldMkLst>
      </pc:sldChg>
      <pc:sldChg chg="del">
        <pc:chgData name="曹修源" userId="cd4dc3a9-fcfc-4557-b60c-6ceb710917d0" providerId="ADAL" clId="{B545D08C-3E42-412A-838A-5128AA5C0884}" dt="2026-04-22T00:29:00.742" v="0" actId="47"/>
        <pc:sldMkLst>
          <pc:docMk/>
          <pc:sldMk cId="0" sldId="264"/>
        </pc:sldMkLst>
      </pc:sldChg>
      <pc:sldChg chg="del">
        <pc:chgData name="曹修源" userId="cd4dc3a9-fcfc-4557-b60c-6ceb710917d0" providerId="ADAL" clId="{B545D08C-3E42-412A-838A-5128AA5C0884}" dt="2026-04-22T00:29:00.742" v="0" actId="47"/>
        <pc:sldMkLst>
          <pc:docMk/>
          <pc:sldMk cId="0" sldId="265"/>
        </pc:sldMkLst>
      </pc:sldChg>
      <pc:sldChg chg="del">
        <pc:chgData name="曹修源" userId="cd4dc3a9-fcfc-4557-b60c-6ceb710917d0" providerId="ADAL" clId="{B545D08C-3E42-412A-838A-5128AA5C0884}" dt="2026-04-22T00:29:00.742" v="0" actId="47"/>
        <pc:sldMkLst>
          <pc:docMk/>
          <pc:sldMk cId="0" sldId="266"/>
        </pc:sldMkLst>
      </pc:sldChg>
      <pc:sldChg chg="del">
        <pc:chgData name="曹修源" userId="cd4dc3a9-fcfc-4557-b60c-6ceb710917d0" providerId="ADAL" clId="{B545D08C-3E42-412A-838A-5128AA5C0884}" dt="2026-04-22T00:29:00.742" v="0" actId="47"/>
        <pc:sldMkLst>
          <pc:docMk/>
          <pc:sldMk cId="0" sldId="267"/>
        </pc:sldMkLst>
      </pc:sldChg>
      <pc:sldChg chg="del">
        <pc:chgData name="曹修源" userId="cd4dc3a9-fcfc-4557-b60c-6ceb710917d0" providerId="ADAL" clId="{B545D08C-3E42-412A-838A-5128AA5C0884}" dt="2026-04-22T00:29:00.742" v="0" actId="47"/>
        <pc:sldMkLst>
          <pc:docMk/>
          <pc:sldMk cId="0" sldId="268"/>
        </pc:sldMkLst>
      </pc:sldChg>
      <pc:sldChg chg="del">
        <pc:chgData name="曹修源" userId="cd4dc3a9-fcfc-4557-b60c-6ceb710917d0" providerId="ADAL" clId="{B545D08C-3E42-412A-838A-5128AA5C0884}" dt="2026-04-22T00:29:00.742" v="0" actId="47"/>
        <pc:sldMkLst>
          <pc:docMk/>
          <pc:sldMk cId="0" sldId="269"/>
        </pc:sldMkLst>
      </pc:sldChg>
      <pc:sldChg chg="del">
        <pc:chgData name="曹修源" userId="cd4dc3a9-fcfc-4557-b60c-6ceb710917d0" providerId="ADAL" clId="{B545D08C-3E42-412A-838A-5128AA5C0884}" dt="2026-04-22T00:29:00.742" v="0" actId="47"/>
        <pc:sldMkLst>
          <pc:docMk/>
          <pc:sldMk cId="0" sldId="270"/>
        </pc:sldMkLst>
      </pc:sldChg>
      <pc:sldChg chg="del">
        <pc:chgData name="曹修源" userId="cd4dc3a9-fcfc-4557-b60c-6ceb710917d0" providerId="ADAL" clId="{B545D08C-3E42-412A-838A-5128AA5C0884}" dt="2026-04-22T00:29:00.742" v="0" actId="47"/>
        <pc:sldMkLst>
          <pc:docMk/>
          <pc:sldMk cId="0" sldId="271"/>
        </pc:sldMkLst>
      </pc:sldChg>
      <pc:sldChg chg="del">
        <pc:chgData name="曹修源" userId="cd4dc3a9-fcfc-4557-b60c-6ceb710917d0" providerId="ADAL" clId="{B545D08C-3E42-412A-838A-5128AA5C0884}" dt="2026-04-22T00:29:00.742" v="0" actId="47"/>
        <pc:sldMkLst>
          <pc:docMk/>
          <pc:sldMk cId="0" sldId="272"/>
        </pc:sldMkLst>
      </pc:sldChg>
      <pc:sldChg chg="del">
        <pc:chgData name="曹修源" userId="cd4dc3a9-fcfc-4557-b60c-6ceb710917d0" providerId="ADAL" clId="{B545D08C-3E42-412A-838A-5128AA5C0884}" dt="2026-04-22T00:29:00.742" v="0" actId="47"/>
        <pc:sldMkLst>
          <pc:docMk/>
          <pc:sldMk cId="0" sldId="273"/>
        </pc:sldMkLst>
      </pc:sldChg>
      <pc:sldChg chg="del">
        <pc:chgData name="曹修源" userId="cd4dc3a9-fcfc-4557-b60c-6ceb710917d0" providerId="ADAL" clId="{B545D08C-3E42-412A-838A-5128AA5C0884}" dt="2026-04-22T00:29:00.742" v="0" actId="47"/>
        <pc:sldMkLst>
          <pc:docMk/>
          <pc:sldMk cId="0" sldId="274"/>
        </pc:sldMkLst>
      </pc:sldChg>
      <pc:sldChg chg="del">
        <pc:chgData name="曹修源" userId="cd4dc3a9-fcfc-4557-b60c-6ceb710917d0" providerId="ADAL" clId="{B545D08C-3E42-412A-838A-5128AA5C0884}" dt="2026-04-22T00:29:00.742" v="0" actId="47"/>
        <pc:sldMkLst>
          <pc:docMk/>
          <pc:sldMk cId="0" sldId="275"/>
        </pc:sldMkLst>
      </pc:sldChg>
      <pc:sldChg chg="del">
        <pc:chgData name="曹修源" userId="cd4dc3a9-fcfc-4557-b60c-6ceb710917d0" providerId="ADAL" clId="{B545D08C-3E42-412A-838A-5128AA5C0884}" dt="2026-04-22T00:29:00.742" v="0" actId="47"/>
        <pc:sldMkLst>
          <pc:docMk/>
          <pc:sldMk cId="0" sldId="276"/>
        </pc:sldMkLst>
      </pc:sldChg>
      <pc:sldChg chg="del">
        <pc:chgData name="曹修源" userId="cd4dc3a9-fcfc-4557-b60c-6ceb710917d0" providerId="ADAL" clId="{B545D08C-3E42-412A-838A-5128AA5C0884}" dt="2026-04-22T00:29:00.742" v="0" actId="47"/>
        <pc:sldMkLst>
          <pc:docMk/>
          <pc:sldMk cId="0" sldId="277"/>
        </pc:sldMkLst>
      </pc:sldChg>
      <pc:sldChg chg="del">
        <pc:chgData name="曹修源" userId="cd4dc3a9-fcfc-4557-b60c-6ceb710917d0" providerId="ADAL" clId="{B545D08C-3E42-412A-838A-5128AA5C0884}" dt="2026-04-22T00:29:00.742" v="0" actId="47"/>
        <pc:sldMkLst>
          <pc:docMk/>
          <pc:sldMk cId="0" sldId="278"/>
        </pc:sldMkLst>
      </pc:sldChg>
      <pc:sldChg chg="del">
        <pc:chgData name="曹修源" userId="cd4dc3a9-fcfc-4557-b60c-6ceb710917d0" providerId="ADAL" clId="{B545D08C-3E42-412A-838A-5128AA5C0884}" dt="2026-04-22T00:29:07.814" v="1" actId="47"/>
        <pc:sldMkLst>
          <pc:docMk/>
          <pc:sldMk cId="0" sldId="279"/>
        </pc:sldMkLst>
      </pc:sldChg>
      <pc:sldChg chg="del">
        <pc:chgData name="曹修源" userId="cd4dc3a9-fcfc-4557-b60c-6ceb710917d0" providerId="ADAL" clId="{B545D08C-3E42-412A-838A-5128AA5C0884}" dt="2026-04-22T00:29:07.814" v="1" actId="47"/>
        <pc:sldMkLst>
          <pc:docMk/>
          <pc:sldMk cId="0" sldId="280"/>
        </pc:sldMkLst>
      </pc:sldChg>
      <pc:sldChg chg="del">
        <pc:chgData name="曹修源" userId="cd4dc3a9-fcfc-4557-b60c-6ceb710917d0" providerId="ADAL" clId="{B545D08C-3E42-412A-838A-5128AA5C0884}" dt="2026-04-22T00:29:07.814" v="1" actId="47"/>
        <pc:sldMkLst>
          <pc:docMk/>
          <pc:sldMk cId="0" sldId="281"/>
        </pc:sldMkLst>
      </pc:sldChg>
      <pc:sldChg chg="del">
        <pc:chgData name="曹修源" userId="cd4dc3a9-fcfc-4557-b60c-6ceb710917d0" providerId="ADAL" clId="{B545D08C-3E42-412A-838A-5128AA5C0884}" dt="2026-04-22T00:29:07.814" v="1" actId="47"/>
        <pc:sldMkLst>
          <pc:docMk/>
          <pc:sldMk cId="0" sldId="282"/>
        </pc:sldMkLst>
      </pc:sldChg>
      <pc:sldChg chg="del">
        <pc:chgData name="曹修源" userId="cd4dc3a9-fcfc-4557-b60c-6ceb710917d0" providerId="ADAL" clId="{B545D08C-3E42-412A-838A-5128AA5C0884}" dt="2026-04-22T00:29:07.814" v="1" actId="47"/>
        <pc:sldMkLst>
          <pc:docMk/>
          <pc:sldMk cId="0" sldId="283"/>
        </pc:sldMkLst>
      </pc:sldChg>
      <pc:sldChg chg="delSp del mod">
        <pc:chgData name="曹修源" userId="cd4dc3a9-fcfc-4557-b60c-6ceb710917d0" providerId="ADAL" clId="{B545D08C-3E42-412A-838A-5128AA5C0884}" dt="2026-04-22T00:31:48.541" v="14" actId="47"/>
        <pc:sldMkLst>
          <pc:docMk/>
          <pc:sldMk cId="0" sldId="284"/>
        </pc:sldMkLst>
        <pc:spChg chg="del">
          <ac:chgData name="曹修源" userId="cd4dc3a9-fcfc-4557-b60c-6ceb710917d0" providerId="ADAL" clId="{B545D08C-3E42-412A-838A-5128AA5C0884}" dt="2026-04-22T00:31:17.052" v="2" actId="478"/>
          <ac:spMkLst>
            <pc:docMk/>
            <pc:sldMk cId="0" sldId="284"/>
            <ac:spMk id="268" creationId="{00000000-0000-0000-0000-000000000000}"/>
          </ac:spMkLst>
        </pc:spChg>
      </pc:sldChg>
      <pc:sldChg chg="addSp modSp mod">
        <pc:chgData name="曹修源" userId="cd4dc3a9-fcfc-4557-b60c-6ceb710917d0" providerId="ADAL" clId="{B545D08C-3E42-412A-838A-5128AA5C0884}" dt="2026-04-22T00:31:45.007" v="13" actId="1076"/>
        <pc:sldMkLst>
          <pc:docMk/>
          <pc:sldMk cId="182278277" sldId="301"/>
        </pc:sldMkLst>
        <pc:spChg chg="add mod">
          <ac:chgData name="曹修源" userId="cd4dc3a9-fcfc-4557-b60c-6ceb710917d0" providerId="ADAL" clId="{B545D08C-3E42-412A-838A-5128AA5C0884}" dt="2026-04-22T00:31:45.007" v="13" actId="1076"/>
          <ac:spMkLst>
            <pc:docMk/>
            <pc:sldMk cId="182278277" sldId="301"/>
            <ac:spMk id="3" creationId="{BB09CE8D-BEF9-3A0B-C0AC-0EF9C43AECB1}"/>
          </ac:spMkLst>
        </pc:spChg>
      </pc:sldChg>
      <pc:sldChg chg="del">
        <pc:chgData name="曹修源" userId="cd4dc3a9-fcfc-4557-b60c-6ceb710917d0" providerId="ADAL" clId="{B545D08C-3E42-412A-838A-5128AA5C0884}" dt="2026-04-22T00:29:07.814" v="1" actId="47"/>
        <pc:sldMkLst>
          <pc:docMk/>
          <pc:sldMk cId="61129432" sldId="302"/>
        </pc:sldMkLst>
      </pc:sldChg>
    </pc:docChg>
  </pc:docChgLst>
  <pc:docChgLst>
    <pc:chgData name="曹修源" userId="cd4dc3a9-fcfc-4557-b60c-6ceb710917d0" providerId="ADAL" clId="{5C150690-7149-4D55-8158-530F37266551}"/>
    <pc:docChg chg="addSld modSld">
      <pc:chgData name="曹修源" userId="cd4dc3a9-fcfc-4557-b60c-6ceb710917d0" providerId="ADAL" clId="{5C150690-7149-4D55-8158-530F37266551}" dt="2025-06-03T07:45:52.772" v="107" actId="207"/>
      <pc:docMkLst>
        <pc:docMk/>
      </pc:docMkLst>
      <pc:sldChg chg="modTransition">
        <pc:chgData name="曹修源" userId="cd4dc3a9-fcfc-4557-b60c-6ceb710917d0" providerId="ADAL" clId="{5C150690-7149-4D55-8158-530F37266551}" dt="2025-06-03T07:44:50.719" v="103"/>
        <pc:sldMkLst>
          <pc:docMk/>
          <pc:sldMk cId="0" sldId="256"/>
        </pc:sldMkLst>
      </pc:sldChg>
      <pc:sldChg chg="modTransition">
        <pc:chgData name="曹修源" userId="cd4dc3a9-fcfc-4557-b60c-6ceb710917d0" providerId="ADAL" clId="{5C150690-7149-4D55-8158-530F37266551}" dt="2025-06-03T07:44:50.719" v="103"/>
        <pc:sldMkLst>
          <pc:docMk/>
          <pc:sldMk cId="0" sldId="257"/>
        </pc:sldMkLst>
      </pc:sldChg>
      <pc:sldChg chg="modTransition">
        <pc:chgData name="曹修源" userId="cd4dc3a9-fcfc-4557-b60c-6ceb710917d0" providerId="ADAL" clId="{5C150690-7149-4D55-8158-530F37266551}" dt="2025-06-03T07:44:50.719" v="103"/>
        <pc:sldMkLst>
          <pc:docMk/>
          <pc:sldMk cId="0" sldId="258"/>
        </pc:sldMkLst>
      </pc:sldChg>
      <pc:sldChg chg="modTransition">
        <pc:chgData name="曹修源" userId="cd4dc3a9-fcfc-4557-b60c-6ceb710917d0" providerId="ADAL" clId="{5C150690-7149-4D55-8158-530F37266551}" dt="2025-06-03T07:44:50.719" v="103"/>
        <pc:sldMkLst>
          <pc:docMk/>
          <pc:sldMk cId="0" sldId="259"/>
        </pc:sldMkLst>
      </pc:sldChg>
      <pc:sldChg chg="modTransition">
        <pc:chgData name="曹修源" userId="cd4dc3a9-fcfc-4557-b60c-6ceb710917d0" providerId="ADAL" clId="{5C150690-7149-4D55-8158-530F37266551}" dt="2025-06-03T07:44:50.719" v="103"/>
        <pc:sldMkLst>
          <pc:docMk/>
          <pc:sldMk cId="0" sldId="260"/>
        </pc:sldMkLst>
      </pc:sldChg>
      <pc:sldChg chg="modTransition">
        <pc:chgData name="曹修源" userId="cd4dc3a9-fcfc-4557-b60c-6ceb710917d0" providerId="ADAL" clId="{5C150690-7149-4D55-8158-530F37266551}" dt="2025-06-03T07:44:50.719" v="103"/>
        <pc:sldMkLst>
          <pc:docMk/>
          <pc:sldMk cId="0" sldId="261"/>
        </pc:sldMkLst>
      </pc:sldChg>
      <pc:sldChg chg="modTransition">
        <pc:chgData name="曹修源" userId="cd4dc3a9-fcfc-4557-b60c-6ceb710917d0" providerId="ADAL" clId="{5C150690-7149-4D55-8158-530F37266551}" dt="2025-06-03T07:44:50.719" v="103"/>
        <pc:sldMkLst>
          <pc:docMk/>
          <pc:sldMk cId="0" sldId="262"/>
        </pc:sldMkLst>
      </pc:sldChg>
      <pc:sldChg chg="modTransition">
        <pc:chgData name="曹修源" userId="cd4dc3a9-fcfc-4557-b60c-6ceb710917d0" providerId="ADAL" clId="{5C150690-7149-4D55-8158-530F37266551}" dt="2025-06-03T07:44:50.719" v="103"/>
        <pc:sldMkLst>
          <pc:docMk/>
          <pc:sldMk cId="0" sldId="263"/>
        </pc:sldMkLst>
      </pc:sldChg>
      <pc:sldChg chg="modTransition">
        <pc:chgData name="曹修源" userId="cd4dc3a9-fcfc-4557-b60c-6ceb710917d0" providerId="ADAL" clId="{5C150690-7149-4D55-8158-530F37266551}" dt="2025-06-03T07:44:50.719" v="103"/>
        <pc:sldMkLst>
          <pc:docMk/>
          <pc:sldMk cId="0" sldId="264"/>
        </pc:sldMkLst>
      </pc:sldChg>
      <pc:sldChg chg="modTransition">
        <pc:chgData name="曹修源" userId="cd4dc3a9-fcfc-4557-b60c-6ceb710917d0" providerId="ADAL" clId="{5C150690-7149-4D55-8158-530F37266551}" dt="2025-06-03T07:44:50.719" v="103"/>
        <pc:sldMkLst>
          <pc:docMk/>
          <pc:sldMk cId="0" sldId="265"/>
        </pc:sldMkLst>
      </pc:sldChg>
      <pc:sldChg chg="modTransition">
        <pc:chgData name="曹修源" userId="cd4dc3a9-fcfc-4557-b60c-6ceb710917d0" providerId="ADAL" clId="{5C150690-7149-4D55-8158-530F37266551}" dt="2025-06-03T07:44:50.719" v="103"/>
        <pc:sldMkLst>
          <pc:docMk/>
          <pc:sldMk cId="0" sldId="266"/>
        </pc:sldMkLst>
      </pc:sldChg>
      <pc:sldChg chg="modTransition">
        <pc:chgData name="曹修源" userId="cd4dc3a9-fcfc-4557-b60c-6ceb710917d0" providerId="ADAL" clId="{5C150690-7149-4D55-8158-530F37266551}" dt="2025-06-03T07:44:50.719" v="103"/>
        <pc:sldMkLst>
          <pc:docMk/>
          <pc:sldMk cId="0" sldId="267"/>
        </pc:sldMkLst>
      </pc:sldChg>
      <pc:sldChg chg="modTransition">
        <pc:chgData name="曹修源" userId="cd4dc3a9-fcfc-4557-b60c-6ceb710917d0" providerId="ADAL" clId="{5C150690-7149-4D55-8158-530F37266551}" dt="2025-06-03T07:44:50.719" v="103"/>
        <pc:sldMkLst>
          <pc:docMk/>
          <pc:sldMk cId="0" sldId="268"/>
        </pc:sldMkLst>
      </pc:sldChg>
      <pc:sldChg chg="modTransition">
        <pc:chgData name="曹修源" userId="cd4dc3a9-fcfc-4557-b60c-6ceb710917d0" providerId="ADAL" clId="{5C150690-7149-4D55-8158-530F37266551}" dt="2025-06-03T07:44:50.719" v="103"/>
        <pc:sldMkLst>
          <pc:docMk/>
          <pc:sldMk cId="0" sldId="269"/>
        </pc:sldMkLst>
      </pc:sldChg>
      <pc:sldChg chg="modTransition">
        <pc:chgData name="曹修源" userId="cd4dc3a9-fcfc-4557-b60c-6ceb710917d0" providerId="ADAL" clId="{5C150690-7149-4D55-8158-530F37266551}" dt="2025-06-03T07:44:50.719" v="103"/>
        <pc:sldMkLst>
          <pc:docMk/>
          <pc:sldMk cId="0" sldId="270"/>
        </pc:sldMkLst>
      </pc:sldChg>
      <pc:sldChg chg="modTransition">
        <pc:chgData name="曹修源" userId="cd4dc3a9-fcfc-4557-b60c-6ceb710917d0" providerId="ADAL" clId="{5C150690-7149-4D55-8158-530F37266551}" dt="2025-06-03T07:44:50.719" v="103"/>
        <pc:sldMkLst>
          <pc:docMk/>
          <pc:sldMk cId="0" sldId="271"/>
        </pc:sldMkLst>
      </pc:sldChg>
      <pc:sldChg chg="modTransition">
        <pc:chgData name="曹修源" userId="cd4dc3a9-fcfc-4557-b60c-6ceb710917d0" providerId="ADAL" clId="{5C150690-7149-4D55-8158-530F37266551}" dt="2025-06-03T07:44:50.719" v="103"/>
        <pc:sldMkLst>
          <pc:docMk/>
          <pc:sldMk cId="0" sldId="272"/>
        </pc:sldMkLst>
      </pc:sldChg>
      <pc:sldChg chg="modTransition">
        <pc:chgData name="曹修源" userId="cd4dc3a9-fcfc-4557-b60c-6ceb710917d0" providerId="ADAL" clId="{5C150690-7149-4D55-8158-530F37266551}" dt="2025-06-03T07:44:50.719" v="103"/>
        <pc:sldMkLst>
          <pc:docMk/>
          <pc:sldMk cId="0" sldId="273"/>
        </pc:sldMkLst>
      </pc:sldChg>
      <pc:sldChg chg="modTransition">
        <pc:chgData name="曹修源" userId="cd4dc3a9-fcfc-4557-b60c-6ceb710917d0" providerId="ADAL" clId="{5C150690-7149-4D55-8158-530F37266551}" dt="2025-06-03T07:44:50.719" v="103"/>
        <pc:sldMkLst>
          <pc:docMk/>
          <pc:sldMk cId="0" sldId="274"/>
        </pc:sldMkLst>
      </pc:sldChg>
      <pc:sldChg chg="modTransition">
        <pc:chgData name="曹修源" userId="cd4dc3a9-fcfc-4557-b60c-6ceb710917d0" providerId="ADAL" clId="{5C150690-7149-4D55-8158-530F37266551}" dt="2025-06-03T07:44:50.719" v="103"/>
        <pc:sldMkLst>
          <pc:docMk/>
          <pc:sldMk cId="0" sldId="275"/>
        </pc:sldMkLst>
      </pc:sldChg>
      <pc:sldChg chg="modTransition">
        <pc:chgData name="曹修源" userId="cd4dc3a9-fcfc-4557-b60c-6ceb710917d0" providerId="ADAL" clId="{5C150690-7149-4D55-8158-530F37266551}" dt="2025-06-03T07:44:50.719" v="103"/>
        <pc:sldMkLst>
          <pc:docMk/>
          <pc:sldMk cId="0" sldId="276"/>
        </pc:sldMkLst>
      </pc:sldChg>
      <pc:sldChg chg="modTransition">
        <pc:chgData name="曹修源" userId="cd4dc3a9-fcfc-4557-b60c-6ceb710917d0" providerId="ADAL" clId="{5C150690-7149-4D55-8158-530F37266551}" dt="2025-06-03T07:44:50.719" v="103"/>
        <pc:sldMkLst>
          <pc:docMk/>
          <pc:sldMk cId="0" sldId="277"/>
        </pc:sldMkLst>
      </pc:sldChg>
      <pc:sldChg chg="modTransition">
        <pc:chgData name="曹修源" userId="cd4dc3a9-fcfc-4557-b60c-6ceb710917d0" providerId="ADAL" clId="{5C150690-7149-4D55-8158-530F37266551}" dt="2025-06-03T07:44:50.719" v="103"/>
        <pc:sldMkLst>
          <pc:docMk/>
          <pc:sldMk cId="0" sldId="278"/>
        </pc:sldMkLst>
      </pc:sldChg>
      <pc:sldChg chg="modTransition">
        <pc:chgData name="曹修源" userId="cd4dc3a9-fcfc-4557-b60c-6ceb710917d0" providerId="ADAL" clId="{5C150690-7149-4D55-8158-530F37266551}" dt="2025-06-03T07:44:50.719" v="103"/>
        <pc:sldMkLst>
          <pc:docMk/>
          <pc:sldMk cId="0" sldId="279"/>
        </pc:sldMkLst>
      </pc:sldChg>
      <pc:sldChg chg="modTransition">
        <pc:chgData name="曹修源" userId="cd4dc3a9-fcfc-4557-b60c-6ceb710917d0" providerId="ADAL" clId="{5C150690-7149-4D55-8158-530F37266551}" dt="2025-06-03T07:44:50.719" v="103"/>
        <pc:sldMkLst>
          <pc:docMk/>
          <pc:sldMk cId="0" sldId="280"/>
        </pc:sldMkLst>
      </pc:sldChg>
      <pc:sldChg chg="modTransition">
        <pc:chgData name="曹修源" userId="cd4dc3a9-fcfc-4557-b60c-6ceb710917d0" providerId="ADAL" clId="{5C150690-7149-4D55-8158-530F37266551}" dt="2025-06-03T07:44:50.719" v="103"/>
        <pc:sldMkLst>
          <pc:docMk/>
          <pc:sldMk cId="0" sldId="281"/>
        </pc:sldMkLst>
      </pc:sldChg>
      <pc:sldChg chg="modTransition">
        <pc:chgData name="曹修源" userId="cd4dc3a9-fcfc-4557-b60c-6ceb710917d0" providerId="ADAL" clId="{5C150690-7149-4D55-8158-530F37266551}" dt="2025-06-03T07:44:50.719" v="103"/>
        <pc:sldMkLst>
          <pc:docMk/>
          <pc:sldMk cId="0" sldId="282"/>
        </pc:sldMkLst>
      </pc:sldChg>
      <pc:sldChg chg="modTransition">
        <pc:chgData name="曹修源" userId="cd4dc3a9-fcfc-4557-b60c-6ceb710917d0" providerId="ADAL" clId="{5C150690-7149-4D55-8158-530F37266551}" dt="2025-06-03T07:44:50.719" v="103"/>
        <pc:sldMkLst>
          <pc:docMk/>
          <pc:sldMk cId="0" sldId="283"/>
        </pc:sldMkLst>
      </pc:sldChg>
      <pc:sldChg chg="modTransition">
        <pc:chgData name="曹修源" userId="cd4dc3a9-fcfc-4557-b60c-6ceb710917d0" providerId="ADAL" clId="{5C150690-7149-4D55-8158-530F37266551}" dt="2025-06-03T07:44:50.719" v="103"/>
        <pc:sldMkLst>
          <pc:docMk/>
          <pc:sldMk cId="0" sldId="284"/>
        </pc:sldMkLst>
      </pc:sldChg>
      <pc:sldChg chg="modTransition">
        <pc:chgData name="曹修源" userId="cd4dc3a9-fcfc-4557-b60c-6ceb710917d0" providerId="ADAL" clId="{5C150690-7149-4D55-8158-530F37266551}" dt="2025-06-03T07:44:50.719" v="103"/>
        <pc:sldMkLst>
          <pc:docMk/>
          <pc:sldMk cId="0" sldId="285"/>
        </pc:sldMkLst>
      </pc:sldChg>
      <pc:sldChg chg="modTransition">
        <pc:chgData name="曹修源" userId="cd4dc3a9-fcfc-4557-b60c-6ceb710917d0" providerId="ADAL" clId="{5C150690-7149-4D55-8158-530F37266551}" dt="2025-06-03T07:44:50.719" v="103"/>
        <pc:sldMkLst>
          <pc:docMk/>
          <pc:sldMk cId="0" sldId="286"/>
        </pc:sldMkLst>
      </pc:sldChg>
      <pc:sldChg chg="modTransition">
        <pc:chgData name="曹修源" userId="cd4dc3a9-fcfc-4557-b60c-6ceb710917d0" providerId="ADAL" clId="{5C150690-7149-4D55-8158-530F37266551}" dt="2025-06-03T07:44:50.719" v="103"/>
        <pc:sldMkLst>
          <pc:docMk/>
          <pc:sldMk cId="0" sldId="287"/>
        </pc:sldMkLst>
      </pc:sldChg>
      <pc:sldChg chg="modTransition">
        <pc:chgData name="曹修源" userId="cd4dc3a9-fcfc-4557-b60c-6ceb710917d0" providerId="ADAL" clId="{5C150690-7149-4D55-8158-530F37266551}" dt="2025-06-03T07:44:50.719" v="103"/>
        <pc:sldMkLst>
          <pc:docMk/>
          <pc:sldMk cId="0" sldId="288"/>
        </pc:sldMkLst>
      </pc:sldChg>
      <pc:sldChg chg="modTransition">
        <pc:chgData name="曹修源" userId="cd4dc3a9-fcfc-4557-b60c-6ceb710917d0" providerId="ADAL" clId="{5C150690-7149-4D55-8158-530F37266551}" dt="2025-06-03T07:44:50.719" v="103"/>
        <pc:sldMkLst>
          <pc:docMk/>
          <pc:sldMk cId="0" sldId="289"/>
        </pc:sldMkLst>
      </pc:sldChg>
      <pc:sldChg chg="modTransition">
        <pc:chgData name="曹修源" userId="cd4dc3a9-fcfc-4557-b60c-6ceb710917d0" providerId="ADAL" clId="{5C150690-7149-4D55-8158-530F37266551}" dt="2025-06-03T07:44:50.719" v="103"/>
        <pc:sldMkLst>
          <pc:docMk/>
          <pc:sldMk cId="0" sldId="290"/>
        </pc:sldMkLst>
      </pc:sldChg>
      <pc:sldChg chg="modTransition">
        <pc:chgData name="曹修源" userId="cd4dc3a9-fcfc-4557-b60c-6ceb710917d0" providerId="ADAL" clId="{5C150690-7149-4D55-8158-530F37266551}" dt="2025-06-03T07:44:50.719" v="103"/>
        <pc:sldMkLst>
          <pc:docMk/>
          <pc:sldMk cId="0" sldId="291"/>
        </pc:sldMkLst>
      </pc:sldChg>
      <pc:sldChg chg="modTransition">
        <pc:chgData name="曹修源" userId="cd4dc3a9-fcfc-4557-b60c-6ceb710917d0" providerId="ADAL" clId="{5C150690-7149-4D55-8158-530F37266551}" dt="2025-06-03T07:44:50.719" v="103"/>
        <pc:sldMkLst>
          <pc:docMk/>
          <pc:sldMk cId="0" sldId="292"/>
        </pc:sldMkLst>
      </pc:sldChg>
      <pc:sldChg chg="modTransition">
        <pc:chgData name="曹修源" userId="cd4dc3a9-fcfc-4557-b60c-6ceb710917d0" providerId="ADAL" clId="{5C150690-7149-4D55-8158-530F37266551}" dt="2025-06-03T07:44:50.719" v="103"/>
        <pc:sldMkLst>
          <pc:docMk/>
          <pc:sldMk cId="0" sldId="293"/>
        </pc:sldMkLst>
      </pc:sldChg>
      <pc:sldChg chg="modTransition">
        <pc:chgData name="曹修源" userId="cd4dc3a9-fcfc-4557-b60c-6ceb710917d0" providerId="ADAL" clId="{5C150690-7149-4D55-8158-530F37266551}" dt="2025-06-03T07:44:50.719" v="103"/>
        <pc:sldMkLst>
          <pc:docMk/>
          <pc:sldMk cId="0" sldId="294"/>
        </pc:sldMkLst>
      </pc:sldChg>
      <pc:sldChg chg="modTransition">
        <pc:chgData name="曹修源" userId="cd4dc3a9-fcfc-4557-b60c-6ceb710917d0" providerId="ADAL" clId="{5C150690-7149-4D55-8158-530F37266551}" dt="2025-06-03T07:44:50.719" v="103"/>
        <pc:sldMkLst>
          <pc:docMk/>
          <pc:sldMk cId="0" sldId="295"/>
        </pc:sldMkLst>
      </pc:sldChg>
      <pc:sldChg chg="modTransition">
        <pc:chgData name="曹修源" userId="cd4dc3a9-fcfc-4557-b60c-6ceb710917d0" providerId="ADAL" clId="{5C150690-7149-4D55-8158-530F37266551}" dt="2025-06-03T07:44:50.719" v="103"/>
        <pc:sldMkLst>
          <pc:docMk/>
          <pc:sldMk cId="3256823736" sldId="296"/>
        </pc:sldMkLst>
      </pc:sldChg>
      <pc:sldChg chg="modTransition">
        <pc:chgData name="曹修源" userId="cd4dc3a9-fcfc-4557-b60c-6ceb710917d0" providerId="ADAL" clId="{5C150690-7149-4D55-8158-530F37266551}" dt="2025-06-03T07:44:50.719" v="103"/>
        <pc:sldMkLst>
          <pc:docMk/>
          <pc:sldMk cId="4086774811" sldId="297"/>
        </pc:sldMkLst>
      </pc:sldChg>
      <pc:sldChg chg="modTransition">
        <pc:chgData name="曹修源" userId="cd4dc3a9-fcfc-4557-b60c-6ceb710917d0" providerId="ADAL" clId="{5C150690-7149-4D55-8158-530F37266551}" dt="2025-06-03T07:44:50.719" v="103"/>
        <pc:sldMkLst>
          <pc:docMk/>
          <pc:sldMk cId="3902628509" sldId="298"/>
        </pc:sldMkLst>
      </pc:sldChg>
      <pc:sldChg chg="modTransition">
        <pc:chgData name="曹修源" userId="cd4dc3a9-fcfc-4557-b60c-6ceb710917d0" providerId="ADAL" clId="{5C150690-7149-4D55-8158-530F37266551}" dt="2025-06-03T07:44:50.719" v="103"/>
        <pc:sldMkLst>
          <pc:docMk/>
          <pc:sldMk cId="4066758358" sldId="299"/>
        </pc:sldMkLst>
      </pc:sldChg>
      <pc:sldChg chg="addSp modSp new mod modTransition">
        <pc:chgData name="曹修源" userId="cd4dc3a9-fcfc-4557-b60c-6ceb710917d0" providerId="ADAL" clId="{5C150690-7149-4D55-8158-530F37266551}" dt="2025-06-03T07:45:52.772" v="107" actId="207"/>
        <pc:sldMkLst>
          <pc:docMk/>
          <pc:sldMk cId="1620015173" sldId="300"/>
        </pc:sldMkLst>
        <pc:spChg chg="add mod">
          <ac:chgData name="曹修源" userId="cd4dc3a9-fcfc-4557-b60c-6ceb710917d0" providerId="ADAL" clId="{5C150690-7149-4D55-8158-530F37266551}" dt="2025-06-03T07:45:52.772" v="107" actId="207"/>
          <ac:spMkLst>
            <pc:docMk/>
            <pc:sldMk cId="1620015173" sldId="300"/>
            <ac:spMk id="2" creationId="{4E8D2B26-586A-4DB4-AAC0-0CB359B21623}"/>
          </ac:spMkLst>
        </pc:spChg>
      </pc:sldChg>
      <pc:sldChg chg="addSp modSp new mod modTransition">
        <pc:chgData name="曹修源" userId="cd4dc3a9-fcfc-4557-b60c-6ceb710917d0" providerId="ADAL" clId="{5C150690-7149-4D55-8158-530F37266551}" dt="2025-06-03T07:45:43.105" v="106" actId="207"/>
        <pc:sldMkLst>
          <pc:docMk/>
          <pc:sldMk cId="182278277" sldId="301"/>
        </pc:sldMkLst>
        <pc:spChg chg="add mod">
          <ac:chgData name="曹修源" userId="cd4dc3a9-fcfc-4557-b60c-6ceb710917d0" providerId="ADAL" clId="{5C150690-7149-4D55-8158-530F37266551}" dt="2025-06-03T07:45:43.105" v="106" actId="207"/>
          <ac:spMkLst>
            <pc:docMk/>
            <pc:sldMk cId="182278277" sldId="301"/>
            <ac:spMk id="2" creationId="{CA8E1E27-762B-4282-BF5D-5B4751609AA5}"/>
          </ac:spMkLst>
        </pc:spChg>
      </pc:sldChg>
      <pc:sldChg chg="modSp new mod modTransition">
        <pc:chgData name="曹修源" userId="cd4dc3a9-fcfc-4557-b60c-6ceb710917d0" providerId="ADAL" clId="{5C150690-7149-4D55-8158-530F37266551}" dt="2025-06-03T07:45:17.675" v="105" actId="113"/>
        <pc:sldMkLst>
          <pc:docMk/>
          <pc:sldMk cId="61129432" sldId="302"/>
        </pc:sldMkLst>
        <pc:spChg chg="mod">
          <ac:chgData name="曹修源" userId="cd4dc3a9-fcfc-4557-b60c-6ceb710917d0" providerId="ADAL" clId="{5C150690-7149-4D55-8158-530F37266551}" dt="2025-06-03T07:44:50.719" v="103"/>
          <ac:spMkLst>
            <pc:docMk/>
            <pc:sldMk cId="61129432" sldId="302"/>
            <ac:spMk id="2" creationId="{95393832-8362-48A6-B617-C9E89F17AC77}"/>
          </ac:spMkLst>
        </pc:spChg>
        <pc:spChg chg="mod">
          <ac:chgData name="曹修源" userId="cd4dc3a9-fcfc-4557-b60c-6ceb710917d0" providerId="ADAL" clId="{5C150690-7149-4D55-8158-530F37266551}" dt="2025-06-03T07:45:17.675" v="105" actId="113"/>
          <ac:spMkLst>
            <pc:docMk/>
            <pc:sldMk cId="61129432" sldId="302"/>
            <ac:spMk id="3" creationId="{73CB4576-E8DB-40E4-AAF2-E2E16D76593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2041" y="-12043"/>
            <a:ext cx="13041499" cy="977768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7958" y="3419782"/>
            <a:ext cx="8286889" cy="2341407"/>
          </a:xfrm>
        </p:spPr>
        <p:txBody>
          <a:bodyPr anchor="b">
            <a:noAutofit/>
          </a:bodyPr>
          <a:lstStyle>
            <a:lvl1pPr algn="r">
              <a:defRPr sz="7680">
                <a:solidFill>
                  <a:schemeClr val="accent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7958" y="5761187"/>
            <a:ext cx="8286889" cy="156003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502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00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506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00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2511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013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5516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018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684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DF080-5E8C-48AD-84E5-6C08B304C14E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2502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985" y="3841235"/>
            <a:ext cx="9027861" cy="2597804"/>
          </a:xfrm>
        </p:spPr>
        <p:txBody>
          <a:bodyPr anchor="b"/>
          <a:lstStyle>
            <a:lvl1pPr algn="l">
              <a:defRPr sz="5689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985" y="6439037"/>
            <a:ext cx="9027861" cy="1223680"/>
          </a:xfrm>
        </p:spPr>
        <p:txBody>
          <a:bodyPr anchor="t"/>
          <a:lstStyle>
            <a:lvl1pPr marL="0" indent="0" algn="l">
              <a:buNone/>
              <a:defRPr sz="284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5023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2pPr>
            <a:lvl3pPr marL="1300460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3pPr>
            <a:lvl4pPr marL="1950690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4pPr>
            <a:lvl5pPr marL="260091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5pPr>
            <a:lvl6pPr marL="325114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6pPr>
            <a:lvl7pPr marL="390137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7pPr>
            <a:lvl8pPr marL="455160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8pPr>
            <a:lvl9pPr marL="520183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9332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987" y="866987"/>
            <a:ext cx="9027860" cy="1878471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988" y="3072838"/>
            <a:ext cx="4391977" cy="5519320"/>
          </a:xfrm>
        </p:spPr>
        <p:txBody>
          <a:bodyPr>
            <a:normAutofit/>
          </a:bodyPr>
          <a:lstStyle>
            <a:lvl1pPr>
              <a:defRPr sz="2560"/>
            </a:lvl1pPr>
            <a:lvl2pPr>
              <a:defRPr sz="2276"/>
            </a:lvl2pPr>
            <a:lvl3pPr>
              <a:defRPr sz="1991"/>
            </a:lvl3pPr>
            <a:lvl4pPr>
              <a:defRPr sz="1707"/>
            </a:lvl4pPr>
            <a:lvl5pPr>
              <a:defRPr sz="1707"/>
            </a:lvl5pPr>
            <a:lvl6pPr>
              <a:defRPr sz="1707"/>
            </a:lvl6pPr>
            <a:lvl7pPr>
              <a:defRPr sz="1707"/>
            </a:lvl7pPr>
            <a:lvl8pPr>
              <a:defRPr sz="1707"/>
            </a:lvl8pPr>
            <a:lvl9pPr>
              <a:defRPr sz="1707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02868" y="3072840"/>
            <a:ext cx="4391979" cy="5519322"/>
          </a:xfrm>
        </p:spPr>
        <p:txBody>
          <a:bodyPr>
            <a:normAutofit/>
          </a:bodyPr>
          <a:lstStyle>
            <a:lvl1pPr>
              <a:defRPr sz="2560"/>
            </a:lvl1pPr>
            <a:lvl2pPr>
              <a:defRPr sz="2276"/>
            </a:lvl2pPr>
            <a:lvl3pPr>
              <a:defRPr sz="1991"/>
            </a:lvl3pPr>
            <a:lvl4pPr>
              <a:defRPr sz="1707"/>
            </a:lvl4pPr>
            <a:lvl5pPr>
              <a:defRPr sz="1707"/>
            </a:lvl5pPr>
            <a:lvl6pPr>
              <a:defRPr sz="1707"/>
            </a:lvl6pPr>
            <a:lvl7pPr>
              <a:defRPr sz="1707"/>
            </a:lvl7pPr>
            <a:lvl8pPr>
              <a:defRPr sz="1707"/>
            </a:lvl8pPr>
            <a:lvl9pPr>
              <a:defRPr sz="1707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7309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986" y="866987"/>
            <a:ext cx="9027858" cy="1878471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985" y="3073398"/>
            <a:ext cx="4395622" cy="819573"/>
          </a:xfrm>
        </p:spPr>
        <p:txBody>
          <a:bodyPr anchor="b">
            <a:noAutofit/>
          </a:bodyPr>
          <a:lstStyle>
            <a:lvl1pPr marL="0" indent="0">
              <a:buNone/>
              <a:defRPr sz="3413" b="0"/>
            </a:lvl1pPr>
            <a:lvl2pPr marL="650230" indent="0">
              <a:buNone/>
              <a:defRPr sz="2844" b="1"/>
            </a:lvl2pPr>
            <a:lvl3pPr marL="1300460" indent="0">
              <a:buNone/>
              <a:defRPr sz="2560" b="1"/>
            </a:lvl3pPr>
            <a:lvl4pPr marL="1950690" indent="0">
              <a:buNone/>
              <a:defRPr sz="2276" b="1"/>
            </a:lvl4pPr>
            <a:lvl5pPr marL="2600919" indent="0">
              <a:buNone/>
              <a:defRPr sz="2276" b="1"/>
            </a:lvl5pPr>
            <a:lvl6pPr marL="3251149" indent="0">
              <a:buNone/>
              <a:defRPr sz="2276" b="1"/>
            </a:lvl6pPr>
            <a:lvl7pPr marL="3901379" indent="0">
              <a:buNone/>
              <a:defRPr sz="2276" b="1"/>
            </a:lvl7pPr>
            <a:lvl8pPr marL="4551609" indent="0">
              <a:buNone/>
              <a:defRPr sz="2276" b="1"/>
            </a:lvl8pPr>
            <a:lvl9pPr marL="5201839" indent="0">
              <a:buNone/>
              <a:defRPr sz="2276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985" y="3892973"/>
            <a:ext cx="4395622" cy="4699189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99222" y="3073398"/>
            <a:ext cx="4395622" cy="819573"/>
          </a:xfrm>
        </p:spPr>
        <p:txBody>
          <a:bodyPr anchor="b">
            <a:noAutofit/>
          </a:bodyPr>
          <a:lstStyle>
            <a:lvl1pPr marL="0" indent="0">
              <a:buNone/>
              <a:defRPr sz="3413" b="0"/>
            </a:lvl1pPr>
            <a:lvl2pPr marL="650230" indent="0">
              <a:buNone/>
              <a:defRPr sz="2844" b="1"/>
            </a:lvl2pPr>
            <a:lvl3pPr marL="1300460" indent="0">
              <a:buNone/>
              <a:defRPr sz="2560" b="1"/>
            </a:lvl3pPr>
            <a:lvl4pPr marL="1950690" indent="0">
              <a:buNone/>
              <a:defRPr sz="2276" b="1"/>
            </a:lvl4pPr>
            <a:lvl5pPr marL="2600919" indent="0">
              <a:buNone/>
              <a:defRPr sz="2276" b="1"/>
            </a:lvl5pPr>
            <a:lvl6pPr marL="3251149" indent="0">
              <a:buNone/>
              <a:defRPr sz="2276" b="1"/>
            </a:lvl6pPr>
            <a:lvl7pPr marL="3901379" indent="0">
              <a:buNone/>
              <a:defRPr sz="2276" b="1"/>
            </a:lvl7pPr>
            <a:lvl8pPr marL="4551609" indent="0">
              <a:buNone/>
              <a:defRPr sz="2276" b="1"/>
            </a:lvl8pPr>
            <a:lvl9pPr marL="5201839" indent="0">
              <a:buNone/>
              <a:defRPr sz="2276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99222" y="3892973"/>
            <a:ext cx="4395622" cy="4699189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8276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985" y="866987"/>
            <a:ext cx="9027860" cy="1878471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7334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5225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985" y="2131348"/>
            <a:ext cx="3968259" cy="1818263"/>
          </a:xfrm>
        </p:spPr>
        <p:txBody>
          <a:bodyPr anchor="b">
            <a:normAutofit/>
          </a:bodyPr>
          <a:lstStyle>
            <a:lvl1pPr>
              <a:defRPr sz="2844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9147" y="732338"/>
            <a:ext cx="4815697" cy="78598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985" y="3949610"/>
            <a:ext cx="3968259" cy="3675661"/>
          </a:xfrm>
        </p:spPr>
        <p:txBody>
          <a:bodyPr>
            <a:normAutofit/>
          </a:bodyPr>
          <a:lstStyle>
            <a:lvl1pPr marL="0" indent="0">
              <a:buNone/>
              <a:defRPr sz="1991"/>
            </a:lvl1pPr>
            <a:lvl2pPr marL="487672" indent="0">
              <a:buNone/>
              <a:defRPr sz="1493"/>
            </a:lvl2pPr>
            <a:lvl3pPr marL="975345" indent="0">
              <a:buNone/>
              <a:defRPr sz="1280"/>
            </a:lvl3pPr>
            <a:lvl4pPr marL="1463017" indent="0">
              <a:buNone/>
              <a:defRPr sz="1067"/>
            </a:lvl4pPr>
            <a:lvl5pPr marL="1950690" indent="0">
              <a:buNone/>
              <a:defRPr sz="1067"/>
            </a:lvl5pPr>
            <a:lvl6pPr marL="2438362" indent="0">
              <a:buNone/>
              <a:defRPr sz="1067"/>
            </a:lvl6pPr>
            <a:lvl7pPr marL="2926034" indent="0">
              <a:buNone/>
              <a:defRPr sz="1067"/>
            </a:lvl7pPr>
            <a:lvl8pPr marL="3413707" indent="0">
              <a:buNone/>
              <a:defRPr sz="1067"/>
            </a:lvl8pPr>
            <a:lvl9pPr marL="3901379" indent="0">
              <a:buNone/>
              <a:defRPr sz="1067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DF080-5E8C-48AD-84E5-6C08B304C14E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127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985" y="6827520"/>
            <a:ext cx="9027860" cy="806027"/>
          </a:xfrm>
        </p:spPr>
        <p:txBody>
          <a:bodyPr anchor="b">
            <a:normAutofit/>
          </a:bodyPr>
          <a:lstStyle>
            <a:lvl1pPr algn="l">
              <a:defRPr sz="3413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985" y="866986"/>
            <a:ext cx="9027860" cy="5469466"/>
          </a:xfrm>
        </p:spPr>
        <p:txBody>
          <a:bodyPr anchor="t">
            <a:normAutofit/>
          </a:bodyPr>
          <a:lstStyle>
            <a:lvl1pPr marL="0" indent="0" algn="ctr">
              <a:buNone/>
              <a:defRPr sz="2276"/>
            </a:lvl1pPr>
            <a:lvl2pPr marL="650230" indent="0">
              <a:buNone/>
              <a:defRPr sz="2276"/>
            </a:lvl2pPr>
            <a:lvl3pPr marL="1300460" indent="0">
              <a:buNone/>
              <a:defRPr sz="2276"/>
            </a:lvl3pPr>
            <a:lvl4pPr marL="1950690" indent="0">
              <a:buNone/>
              <a:defRPr sz="2276"/>
            </a:lvl4pPr>
            <a:lvl5pPr marL="2600919" indent="0">
              <a:buNone/>
              <a:defRPr sz="2276"/>
            </a:lvl5pPr>
            <a:lvl6pPr marL="3251149" indent="0">
              <a:buNone/>
              <a:defRPr sz="2276"/>
            </a:lvl6pPr>
            <a:lvl7pPr marL="3901379" indent="0">
              <a:buNone/>
              <a:defRPr sz="2276"/>
            </a:lvl7pPr>
            <a:lvl8pPr marL="4551609" indent="0">
              <a:buNone/>
              <a:defRPr sz="2276"/>
            </a:lvl8pPr>
            <a:lvl9pPr marL="5201839" indent="0">
              <a:buNone/>
              <a:defRPr sz="2276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985" y="7633547"/>
            <a:ext cx="9027860" cy="958612"/>
          </a:xfrm>
        </p:spPr>
        <p:txBody>
          <a:bodyPr>
            <a:normAutofit/>
          </a:bodyPr>
          <a:lstStyle>
            <a:lvl1pPr marL="0" indent="0">
              <a:buNone/>
              <a:defRPr sz="1707"/>
            </a:lvl1pPr>
            <a:lvl2pPr marL="650230" indent="0">
              <a:buNone/>
              <a:defRPr sz="1707"/>
            </a:lvl2pPr>
            <a:lvl3pPr marL="1300460" indent="0">
              <a:buNone/>
              <a:defRPr sz="1422"/>
            </a:lvl3pPr>
            <a:lvl4pPr marL="1950690" indent="0">
              <a:buNone/>
              <a:defRPr sz="1280"/>
            </a:lvl4pPr>
            <a:lvl5pPr marL="2600919" indent="0">
              <a:buNone/>
              <a:defRPr sz="1280"/>
            </a:lvl5pPr>
            <a:lvl6pPr marL="3251149" indent="0">
              <a:buNone/>
              <a:defRPr sz="1280"/>
            </a:lvl6pPr>
            <a:lvl7pPr marL="3901379" indent="0">
              <a:buNone/>
              <a:defRPr sz="1280"/>
            </a:lvl7pPr>
            <a:lvl8pPr marL="4551609" indent="0">
              <a:buNone/>
              <a:defRPr sz="1280"/>
            </a:lvl8pPr>
            <a:lvl9pPr marL="5201839" indent="0">
              <a:buNone/>
              <a:defRPr sz="128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0289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987" y="866986"/>
            <a:ext cx="9027860" cy="4840676"/>
          </a:xfrm>
        </p:spPr>
        <p:txBody>
          <a:bodyPr anchor="ctr">
            <a:normAutofit/>
          </a:bodyPr>
          <a:lstStyle>
            <a:lvl1pPr algn="l">
              <a:defRPr sz="6258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987" y="6357902"/>
            <a:ext cx="9027860" cy="2234257"/>
          </a:xfrm>
        </p:spPr>
        <p:txBody>
          <a:bodyPr anchor="ctr">
            <a:normAutofit/>
          </a:bodyPr>
          <a:lstStyle>
            <a:lvl1pPr marL="0" indent="0" algn="l">
              <a:buNone/>
              <a:defRPr sz="256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5023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2pPr>
            <a:lvl3pPr marL="1300460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3pPr>
            <a:lvl4pPr marL="1950690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4pPr>
            <a:lvl5pPr marL="260091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5pPr>
            <a:lvl6pPr marL="325114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6pPr>
            <a:lvl7pPr marL="390137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7pPr>
            <a:lvl8pPr marL="455160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8pPr>
            <a:lvl9pPr marL="520183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0662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2059" y="866987"/>
            <a:ext cx="8635992" cy="4298809"/>
          </a:xfrm>
        </p:spPr>
        <p:txBody>
          <a:bodyPr anchor="ctr">
            <a:normAutofit/>
          </a:bodyPr>
          <a:lstStyle>
            <a:lvl1pPr algn="l">
              <a:defRPr sz="6258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65972" y="5165795"/>
            <a:ext cx="7708166" cy="541867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2276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50230" indent="0">
              <a:buFontTx/>
              <a:buNone/>
              <a:defRPr/>
            </a:lvl2pPr>
            <a:lvl3pPr marL="1300460" indent="0">
              <a:buFontTx/>
              <a:buNone/>
              <a:defRPr/>
            </a:lvl3pPr>
            <a:lvl4pPr marL="1950690" indent="0">
              <a:buFontTx/>
              <a:buNone/>
              <a:defRPr/>
            </a:lvl4pPr>
            <a:lvl5pPr marL="2600919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985" y="6357902"/>
            <a:ext cx="9027861" cy="2234257"/>
          </a:xfrm>
        </p:spPr>
        <p:txBody>
          <a:bodyPr anchor="ctr">
            <a:normAutofit/>
          </a:bodyPr>
          <a:lstStyle>
            <a:lvl1pPr marL="0" indent="0" algn="l">
              <a:buNone/>
              <a:defRPr sz="256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5023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2pPr>
            <a:lvl3pPr marL="1300460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3pPr>
            <a:lvl4pPr marL="1950690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4pPr>
            <a:lvl5pPr marL="260091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5pPr>
            <a:lvl6pPr marL="325114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6pPr>
            <a:lvl7pPr marL="390137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7pPr>
            <a:lvl8pPr marL="455160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8pPr>
            <a:lvl9pPr marL="520183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zh-TW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686523" y="1124093"/>
            <a:ext cx="650409" cy="831681"/>
          </a:xfrm>
          <a:prstGeom prst="rect">
            <a:avLst/>
          </a:prstGeom>
        </p:spPr>
        <p:txBody>
          <a:bodyPr vert="horz" lIns="130048" tIns="65024" rIns="130048" bIns="65024" rtlCol="0" anchor="ctr">
            <a:noAutofit/>
          </a:bodyPr>
          <a:lstStyle/>
          <a:p>
            <a:pPr lvl="0"/>
            <a:r>
              <a:rPr lang="en-US" sz="1137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96728" y="4105324"/>
            <a:ext cx="650409" cy="831681"/>
          </a:xfrm>
          <a:prstGeom prst="rect">
            <a:avLst/>
          </a:prstGeom>
        </p:spPr>
        <p:txBody>
          <a:bodyPr vert="horz" lIns="130048" tIns="65024" rIns="130048" bIns="65024" rtlCol="0" anchor="ctr">
            <a:noAutofit/>
          </a:bodyPr>
          <a:lstStyle/>
          <a:p>
            <a:pPr lvl="0"/>
            <a:r>
              <a:rPr lang="en-US" sz="1137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332578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985" y="2747716"/>
            <a:ext cx="9027861" cy="3691321"/>
          </a:xfrm>
        </p:spPr>
        <p:txBody>
          <a:bodyPr anchor="b">
            <a:normAutofit/>
          </a:bodyPr>
          <a:lstStyle>
            <a:lvl1pPr algn="l">
              <a:defRPr sz="6258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985" y="6439037"/>
            <a:ext cx="9027861" cy="2153122"/>
          </a:xfrm>
        </p:spPr>
        <p:txBody>
          <a:bodyPr anchor="t">
            <a:normAutofit/>
          </a:bodyPr>
          <a:lstStyle>
            <a:lvl1pPr marL="0" indent="0" algn="l">
              <a:buNone/>
              <a:defRPr sz="256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5023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2pPr>
            <a:lvl3pPr marL="1300460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3pPr>
            <a:lvl4pPr marL="1950690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4pPr>
            <a:lvl5pPr marL="260091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5pPr>
            <a:lvl6pPr marL="325114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6pPr>
            <a:lvl7pPr marL="390137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7pPr>
            <a:lvl8pPr marL="455160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8pPr>
            <a:lvl9pPr marL="520183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59768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2059" y="866987"/>
            <a:ext cx="8635992" cy="4298809"/>
          </a:xfrm>
        </p:spPr>
        <p:txBody>
          <a:bodyPr anchor="ctr">
            <a:normAutofit/>
          </a:bodyPr>
          <a:lstStyle>
            <a:lvl1pPr algn="l">
              <a:defRPr sz="6258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66982" y="5707662"/>
            <a:ext cx="9027863" cy="731375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413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50230" indent="0">
              <a:buFontTx/>
              <a:buNone/>
              <a:defRPr/>
            </a:lvl2pPr>
            <a:lvl3pPr marL="1300460" indent="0">
              <a:buFontTx/>
              <a:buNone/>
              <a:defRPr/>
            </a:lvl3pPr>
            <a:lvl4pPr marL="1950690" indent="0">
              <a:buFontTx/>
              <a:buNone/>
              <a:defRPr/>
            </a:lvl4pPr>
            <a:lvl5pPr marL="2600919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985" y="6439037"/>
            <a:ext cx="9027861" cy="2153122"/>
          </a:xfrm>
        </p:spPr>
        <p:txBody>
          <a:bodyPr anchor="t">
            <a:normAutofit/>
          </a:bodyPr>
          <a:lstStyle>
            <a:lvl1pPr marL="0" indent="0" algn="l">
              <a:buNone/>
              <a:defRPr sz="256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5023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2pPr>
            <a:lvl3pPr marL="1300460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3pPr>
            <a:lvl4pPr marL="1950690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4pPr>
            <a:lvl5pPr marL="260091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5pPr>
            <a:lvl6pPr marL="325114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6pPr>
            <a:lvl7pPr marL="390137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7pPr>
            <a:lvl8pPr marL="455160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8pPr>
            <a:lvl9pPr marL="520183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zh-TW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686523" y="1124093"/>
            <a:ext cx="650409" cy="831681"/>
          </a:xfrm>
          <a:prstGeom prst="rect">
            <a:avLst/>
          </a:prstGeom>
        </p:spPr>
        <p:txBody>
          <a:bodyPr vert="horz" lIns="130048" tIns="65024" rIns="130048" bIns="65024" rtlCol="0" anchor="ctr">
            <a:noAutofit/>
          </a:bodyPr>
          <a:lstStyle/>
          <a:p>
            <a:pPr lvl="0"/>
            <a:r>
              <a:rPr lang="en-US" sz="1137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96728" y="4105324"/>
            <a:ext cx="650409" cy="831681"/>
          </a:xfrm>
          <a:prstGeom prst="rect">
            <a:avLst/>
          </a:prstGeom>
        </p:spPr>
        <p:txBody>
          <a:bodyPr vert="horz" lIns="130048" tIns="65024" rIns="130048" bIns="65024" rtlCol="0" anchor="ctr">
            <a:noAutofit/>
          </a:bodyPr>
          <a:lstStyle/>
          <a:p>
            <a:pPr lvl="0"/>
            <a:r>
              <a:rPr lang="en-US" sz="1137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392797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874" y="866987"/>
            <a:ext cx="9018972" cy="4298809"/>
          </a:xfrm>
        </p:spPr>
        <p:txBody>
          <a:bodyPr anchor="ctr">
            <a:normAutofit/>
          </a:bodyPr>
          <a:lstStyle>
            <a:lvl1pPr algn="l">
              <a:defRPr sz="6258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66982" y="5707662"/>
            <a:ext cx="9027863" cy="731375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413">
                <a:solidFill>
                  <a:schemeClr val="accent1"/>
                </a:solidFill>
              </a:defRPr>
            </a:lvl1pPr>
            <a:lvl2pPr marL="650230" indent="0">
              <a:buFontTx/>
              <a:buNone/>
              <a:defRPr/>
            </a:lvl2pPr>
            <a:lvl3pPr marL="1300460" indent="0">
              <a:buFontTx/>
              <a:buNone/>
              <a:defRPr/>
            </a:lvl3pPr>
            <a:lvl4pPr marL="1950690" indent="0">
              <a:buFontTx/>
              <a:buNone/>
              <a:defRPr/>
            </a:lvl4pPr>
            <a:lvl5pPr marL="2600919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985" y="6439037"/>
            <a:ext cx="9027861" cy="2153122"/>
          </a:xfrm>
        </p:spPr>
        <p:txBody>
          <a:bodyPr anchor="t">
            <a:normAutofit/>
          </a:bodyPr>
          <a:lstStyle>
            <a:lvl1pPr marL="0" indent="0" algn="l">
              <a:buNone/>
              <a:defRPr sz="256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5023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2pPr>
            <a:lvl3pPr marL="1300460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3pPr>
            <a:lvl4pPr marL="1950690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4pPr>
            <a:lvl5pPr marL="260091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5pPr>
            <a:lvl6pPr marL="325114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6pPr>
            <a:lvl7pPr marL="390137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7pPr>
            <a:lvl8pPr marL="455160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8pPr>
            <a:lvl9pPr marL="520183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05136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DF080-5E8C-48AD-84E5-6C08B304C14E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61057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01066" y="866988"/>
            <a:ext cx="1392088" cy="7468730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985" y="866988"/>
            <a:ext cx="7388481" cy="746873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altLang="zh-TW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5030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12041" y="-12043"/>
            <a:ext cx="13041500" cy="977768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66986" y="866987"/>
            <a:ext cx="9027858" cy="187847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985" y="3072840"/>
            <a:ext cx="9027860" cy="55193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7478" y="8592161"/>
            <a:ext cx="972988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66986" y="8592161"/>
            <a:ext cx="6574895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65762" y="8592161"/>
            <a:ext cx="729085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80">
                <a:solidFill>
                  <a:schemeClr val="accent1"/>
                </a:solidFill>
              </a:defRPr>
            </a:lvl1pPr>
          </a:lstStyle>
          <a:p>
            <a:fld id="{86CB4B4D-7CA3-9044-876B-883B54F8677D}" type="slidenum">
              <a:rPr lang="en-US" altLang="zh-TW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1622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</p:sldLayoutIdLst>
  <p:txStyles>
    <p:titleStyle>
      <a:lvl1pPr algn="l" defTabSz="650230" rtl="0" eaLnBrk="1" latinLnBrk="0" hangingPunct="1">
        <a:spcBef>
          <a:spcPct val="0"/>
        </a:spcBef>
        <a:buNone/>
        <a:defRPr sz="512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87672" indent="-487672" algn="l" defTabSz="650230" rtl="0" eaLnBrk="1" latinLnBrk="0" hangingPunct="1">
        <a:spcBef>
          <a:spcPts val="142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5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1056623" indent="-406394" algn="l" defTabSz="650230" rtl="0" eaLnBrk="1" latinLnBrk="0" hangingPunct="1">
        <a:spcBef>
          <a:spcPts val="142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276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625575" indent="-325115" algn="l" defTabSz="650230" rtl="0" eaLnBrk="1" latinLnBrk="0" hangingPunct="1">
        <a:spcBef>
          <a:spcPts val="142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99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2275804" indent="-325115" algn="l" defTabSz="650230" rtl="0" eaLnBrk="1" latinLnBrk="0" hangingPunct="1">
        <a:spcBef>
          <a:spcPts val="142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70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926034" indent="-325115" algn="l" defTabSz="650230" rtl="0" eaLnBrk="1" latinLnBrk="0" hangingPunct="1">
        <a:spcBef>
          <a:spcPts val="142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70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576264" indent="-325115" algn="l" defTabSz="650230" rtl="0" eaLnBrk="1" latinLnBrk="0" hangingPunct="1">
        <a:spcBef>
          <a:spcPts val="142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70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4226494" indent="-325115" algn="l" defTabSz="650230" rtl="0" eaLnBrk="1" latinLnBrk="0" hangingPunct="1">
        <a:spcBef>
          <a:spcPts val="142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70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4876724" indent="-325115" algn="l" defTabSz="650230" rtl="0" eaLnBrk="1" latinLnBrk="0" hangingPunct="1">
        <a:spcBef>
          <a:spcPts val="142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70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5526954" indent="-325115" algn="l" defTabSz="650230" rtl="0" eaLnBrk="1" latinLnBrk="0" hangingPunct="1">
        <a:spcBef>
          <a:spcPts val="142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70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5023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1pPr>
      <a:lvl2pPr marL="650230" algn="l" defTabSz="65023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300460" algn="l" defTabSz="65023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3pPr>
      <a:lvl4pPr marL="1950690" algn="l" defTabSz="65023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600919" algn="l" defTabSz="65023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251149" algn="l" defTabSz="65023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3901379" algn="l" defTabSz="65023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551609" algn="l" defTabSz="65023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201839" algn="l" defTabSz="65023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CA8E1E27-762B-4282-BF5D-5B4751609AA5}"/>
              </a:ext>
            </a:extLst>
          </p:cNvPr>
          <p:cNvSpPr txBox="1"/>
          <p:nvPr/>
        </p:nvSpPr>
        <p:spPr>
          <a:xfrm>
            <a:off x="4225053" y="4220210"/>
            <a:ext cx="4820422" cy="6565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TW" sz="3600" b="0" i="0" u="none" strike="noStrike" cap="none" spc="0" normalizeH="0" baseline="0" dirty="0">
                <a:ln>
                  <a:noFill/>
                </a:ln>
                <a:solidFill>
                  <a:srgbClr val="0000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SPSS</a:t>
            </a:r>
            <a:r>
              <a:rPr kumimoji="0" lang="zh-TW" altLang="en-US" sz="3600" b="0" i="0" u="none" strike="noStrike" cap="none" spc="0" normalizeH="0" baseline="0" dirty="0">
                <a:ln>
                  <a:noFill/>
                </a:ln>
                <a:solidFill>
                  <a:srgbClr val="0000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 </a:t>
            </a:r>
            <a:r>
              <a:rPr kumimoji="0" lang="en-US" altLang="zh-TW" sz="3600" b="0" i="0" u="none" strike="noStrike" cap="none" spc="0" normalizeH="0" baseline="0" dirty="0">
                <a:ln>
                  <a:noFill/>
                </a:ln>
                <a:solidFill>
                  <a:srgbClr val="0000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-&gt; </a:t>
            </a:r>
            <a:r>
              <a:rPr kumimoji="0" lang="zh-TW" altLang="en-US" sz="3600" b="0" i="0" u="none" strike="noStrike" cap="none" spc="0" normalizeH="0" baseline="0" dirty="0">
                <a:ln>
                  <a:noFill/>
                </a:ln>
                <a:solidFill>
                  <a:srgbClr val="0000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尺度 </a:t>
            </a:r>
            <a:r>
              <a:rPr kumimoji="0" lang="en-US" altLang="zh-TW" sz="3600" b="0" i="0" u="none" strike="noStrike" cap="none" spc="0" normalizeH="0" baseline="0" dirty="0">
                <a:ln>
                  <a:noFill/>
                </a:ln>
                <a:solidFill>
                  <a:srgbClr val="0000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-&gt; ALSCAL</a:t>
            </a:r>
            <a:endParaRPr kumimoji="0" lang="zh-TW" altLang="en-US" sz="3600" b="0" i="0" u="none" strike="noStrike" cap="none" spc="0" normalizeH="0" baseline="0" dirty="0">
              <a:ln>
                <a:noFill/>
              </a:ln>
              <a:solidFill>
                <a:srgbClr val="0000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3" name="Shape 269">
            <a:extLst>
              <a:ext uri="{FF2B5EF4-FFF2-40B4-BE49-F238E27FC236}">
                <a16:creationId xmlns:a16="http://schemas.microsoft.com/office/drawing/2014/main" id="{BB09CE8D-BEF9-3A0B-C0AC-0EF9C43AECB1}"/>
              </a:ext>
            </a:extLst>
          </p:cNvPr>
          <p:cNvSpPr/>
          <p:nvPr/>
        </p:nvSpPr>
        <p:spPr>
          <a:xfrm>
            <a:off x="744398" y="1358354"/>
            <a:ext cx="5139043" cy="1669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>
              <a:lnSpc>
                <a:spcPct val="120000"/>
              </a:lnSpc>
              <a:defRPr>
                <a:solidFill>
                  <a:srgbClr val="FFFFFF"/>
                </a:solidFill>
                <a:latin typeface="Heiti TC Medium"/>
                <a:ea typeface="Heiti TC Medium"/>
                <a:cs typeface="Heiti TC Medium"/>
                <a:sym typeface="Heiti TC Medium"/>
              </a:defRPr>
            </a:pPr>
            <a:r>
              <a:rPr sz="4400" dirty="0" err="1">
                <a:solidFill>
                  <a:srgbClr val="C00000"/>
                </a:solidFill>
              </a:rPr>
              <a:t>透過</a:t>
            </a:r>
            <a:r>
              <a:rPr lang="en-US" altLang="zh-TW" sz="4400" dirty="0" err="1">
                <a:solidFill>
                  <a:srgbClr val="C00000"/>
                </a:solidFill>
              </a:rPr>
              <a:t>SPSS</a:t>
            </a:r>
            <a:r>
              <a:rPr sz="4400" dirty="0" err="1">
                <a:solidFill>
                  <a:srgbClr val="C00000"/>
                </a:solidFill>
              </a:rPr>
              <a:t>進行分析</a:t>
            </a:r>
            <a:endParaRPr sz="4400" dirty="0">
              <a:solidFill>
                <a:srgbClr val="C00000"/>
              </a:solidFill>
            </a:endParaRPr>
          </a:p>
          <a:p>
            <a:pPr>
              <a:lnSpc>
                <a:spcPct val="120000"/>
              </a:lnSpc>
              <a:defRPr>
                <a:solidFill>
                  <a:srgbClr val="FFFFFF"/>
                </a:solidFill>
                <a:latin typeface="Heiti TC Medium"/>
                <a:ea typeface="Heiti TC Medium"/>
                <a:cs typeface="Heiti TC Medium"/>
                <a:sym typeface="Heiti TC Medium"/>
              </a:defRPr>
            </a:pPr>
            <a:r>
              <a:rPr sz="4400" dirty="0">
                <a:solidFill>
                  <a:srgbClr val="C00000"/>
                </a:solidFill>
              </a:rPr>
              <a:t>「</a:t>
            </a:r>
            <a:r>
              <a:rPr sz="4400" dirty="0" err="1">
                <a:solidFill>
                  <a:srgbClr val="C00000"/>
                </a:solidFill>
              </a:rPr>
              <a:t>多元尺度分析</a:t>
            </a:r>
            <a:r>
              <a:rPr sz="4400" dirty="0">
                <a:solidFill>
                  <a:srgbClr val="C00000"/>
                </a:solidFill>
              </a:rPr>
              <a:t>」</a:t>
            </a:r>
          </a:p>
        </p:txBody>
      </p:sp>
    </p:spTree>
    <p:extLst>
      <p:ext uri="{BB962C8B-B14F-4D97-AF65-F5344CB8AC3E}">
        <p14:creationId xmlns:p14="http://schemas.microsoft.com/office/powerpoint/2010/main" val="182278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Shape 271"/>
          <p:cNvSpPr/>
          <p:nvPr/>
        </p:nvSpPr>
        <p:spPr>
          <a:xfrm>
            <a:off x="-4554" y="944"/>
            <a:ext cx="13013907" cy="975171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272" name="螢幕快照 2017-03-01 下午10.39.20.png"/>
          <p:cNvPicPr>
            <a:picLocks noChangeAspect="1"/>
          </p:cNvPicPr>
          <p:nvPr/>
        </p:nvPicPr>
        <p:blipFill>
          <a:blip r:embed="rId2"/>
          <a:srcRect t="1666"/>
          <a:stretch>
            <a:fillRect/>
          </a:stretch>
        </p:blipFill>
        <p:spPr>
          <a:xfrm>
            <a:off x="0" y="903653"/>
            <a:ext cx="13004801" cy="6696847"/>
          </a:xfrm>
          <a:prstGeom prst="rect">
            <a:avLst/>
          </a:prstGeom>
          <a:ln w="12700">
            <a:miter lim="400000"/>
          </a:ln>
        </p:spPr>
      </p:pic>
      <p:sp>
        <p:nvSpPr>
          <p:cNvPr id="273" name="Shape 273"/>
          <p:cNvSpPr/>
          <p:nvPr/>
        </p:nvSpPr>
        <p:spPr>
          <a:xfrm>
            <a:off x="5400681" y="6771865"/>
            <a:ext cx="6972301" cy="5577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lnSpc>
                <a:spcPct val="120000"/>
              </a:lnSpc>
              <a:defRPr>
                <a:solidFill>
                  <a:srgbClr val="0096FF"/>
                </a:solidFill>
                <a:latin typeface="Heiti TC Medium"/>
                <a:ea typeface="Heiti TC Medium"/>
                <a:cs typeface="Heiti TC Medium"/>
                <a:sym typeface="Heiti TC Medium"/>
              </a:defRPr>
            </a:lvl1pPr>
          </a:lstStyle>
          <a:p>
            <a:r>
              <a:t>把你要探討的廣告彙整成一個表格</a:t>
            </a:r>
          </a:p>
        </p:txBody>
      </p:sp>
      <p:sp>
        <p:nvSpPr>
          <p:cNvPr id="274" name="Shape 274"/>
          <p:cNvSpPr/>
          <p:nvPr/>
        </p:nvSpPr>
        <p:spPr>
          <a:xfrm>
            <a:off x="879212" y="2722823"/>
            <a:ext cx="11756898" cy="382911"/>
          </a:xfrm>
          <a:prstGeom prst="rect">
            <a:avLst/>
          </a:prstGeom>
          <a:ln w="76200">
            <a:solidFill>
              <a:srgbClr val="0096FF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75" name="Shape 275"/>
          <p:cNvSpPr/>
          <p:nvPr/>
        </p:nvSpPr>
        <p:spPr>
          <a:xfrm>
            <a:off x="4539890" y="1749136"/>
            <a:ext cx="6972301" cy="5577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lnSpc>
                <a:spcPct val="120000"/>
              </a:lnSpc>
              <a:defRPr>
                <a:solidFill>
                  <a:srgbClr val="0096FF"/>
                </a:solidFill>
                <a:latin typeface="Heiti TC Medium"/>
                <a:ea typeface="Heiti TC Medium"/>
                <a:cs typeface="Heiti TC Medium"/>
                <a:sym typeface="Heiti TC Medium"/>
              </a:defRPr>
            </a:lvl1pPr>
          </a:lstStyle>
          <a:p>
            <a:r>
              <a:t>這一列為一支廣告所得的情緒分數</a:t>
            </a:r>
          </a:p>
        </p:txBody>
      </p:sp>
      <p:sp>
        <p:nvSpPr>
          <p:cNvPr id="276" name="Shape 276"/>
          <p:cNvSpPr/>
          <p:nvPr/>
        </p:nvSpPr>
        <p:spPr>
          <a:xfrm flipH="1">
            <a:off x="3556856" y="2030755"/>
            <a:ext cx="914999" cy="678678"/>
          </a:xfrm>
          <a:prstGeom prst="line">
            <a:avLst/>
          </a:prstGeom>
          <a:ln w="50800">
            <a:solidFill>
              <a:srgbClr val="0096FF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Shape 278"/>
          <p:cNvSpPr/>
          <p:nvPr/>
        </p:nvSpPr>
        <p:spPr>
          <a:xfrm>
            <a:off x="-4554" y="944"/>
            <a:ext cx="13013907" cy="975171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279" name="image1.png"/>
          <p:cNvPicPr>
            <a:picLocks noChangeAspect="1"/>
          </p:cNvPicPr>
          <p:nvPr/>
        </p:nvPicPr>
        <p:blipFill>
          <a:blip r:embed="rId2"/>
          <a:srcRect b="4265"/>
          <a:stretch>
            <a:fillRect/>
          </a:stretch>
        </p:blipFill>
        <p:spPr>
          <a:xfrm>
            <a:off x="-3175" y="948627"/>
            <a:ext cx="13011151" cy="7003165"/>
          </a:xfrm>
          <a:prstGeom prst="rect">
            <a:avLst/>
          </a:prstGeom>
          <a:ln w="12700">
            <a:miter lim="400000"/>
          </a:ln>
        </p:spPr>
      </p:pic>
      <p:sp>
        <p:nvSpPr>
          <p:cNvPr id="280" name="Shape 280"/>
          <p:cNvSpPr/>
          <p:nvPr/>
        </p:nvSpPr>
        <p:spPr>
          <a:xfrm>
            <a:off x="6313016" y="5008457"/>
            <a:ext cx="3442396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>
                <a:solidFill>
                  <a:srgbClr val="9411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輸入檔案到spss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Shape 282"/>
          <p:cNvSpPr/>
          <p:nvPr/>
        </p:nvSpPr>
        <p:spPr>
          <a:xfrm>
            <a:off x="-4554" y="944"/>
            <a:ext cx="13013907" cy="975171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283" name="image2.png"/>
          <p:cNvPicPr>
            <a:picLocks noChangeAspect="1"/>
          </p:cNvPicPr>
          <p:nvPr/>
        </p:nvPicPr>
        <p:blipFill>
          <a:blip r:embed="rId2"/>
          <a:srcRect b="5443"/>
          <a:stretch>
            <a:fillRect/>
          </a:stretch>
        </p:blipFill>
        <p:spPr>
          <a:xfrm>
            <a:off x="-3176" y="1219200"/>
            <a:ext cx="13011151" cy="6916977"/>
          </a:xfrm>
          <a:prstGeom prst="rect">
            <a:avLst/>
          </a:prstGeom>
          <a:ln w="12700">
            <a:miter lim="400000"/>
          </a:ln>
        </p:spPr>
      </p:pic>
      <p:sp>
        <p:nvSpPr>
          <p:cNvPr id="284" name="Shape 284"/>
          <p:cNvSpPr/>
          <p:nvPr/>
        </p:nvSpPr>
        <p:spPr>
          <a:xfrm>
            <a:off x="4146467" y="6667922"/>
            <a:ext cx="8877896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>
                <a:solidFill>
                  <a:srgbClr val="9411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選擇「分析」&gt;「尺度」&gt;「多元尺度方法」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Shape 286"/>
          <p:cNvSpPr/>
          <p:nvPr/>
        </p:nvSpPr>
        <p:spPr>
          <a:xfrm>
            <a:off x="-4554" y="944"/>
            <a:ext cx="13013907" cy="975171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287" name="image3.png"/>
          <p:cNvPicPr>
            <a:picLocks noChangeAspect="1"/>
          </p:cNvPicPr>
          <p:nvPr/>
        </p:nvPicPr>
        <p:blipFill>
          <a:blip r:embed="rId2"/>
          <a:srcRect b="5056"/>
          <a:stretch>
            <a:fillRect/>
          </a:stretch>
        </p:blipFill>
        <p:spPr>
          <a:xfrm>
            <a:off x="-3176" y="1219200"/>
            <a:ext cx="13011151" cy="6945344"/>
          </a:xfrm>
          <a:prstGeom prst="rect">
            <a:avLst/>
          </a:prstGeom>
          <a:ln w="12700">
            <a:miter lim="400000"/>
          </a:ln>
        </p:spPr>
      </p:pic>
      <p:sp>
        <p:nvSpPr>
          <p:cNvPr id="288" name="Shape 288"/>
          <p:cNvSpPr/>
          <p:nvPr/>
        </p:nvSpPr>
        <p:spPr>
          <a:xfrm>
            <a:off x="1909382" y="5474415"/>
            <a:ext cx="2912125" cy="607796"/>
          </a:xfrm>
          <a:prstGeom prst="rect">
            <a:avLst/>
          </a:prstGeom>
          <a:ln w="50800">
            <a:solidFill>
              <a:srgbClr val="9411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89" name="Shape 289"/>
          <p:cNvSpPr/>
          <p:nvPr/>
        </p:nvSpPr>
        <p:spPr>
          <a:xfrm>
            <a:off x="6473258" y="2849823"/>
            <a:ext cx="3652213" cy="607796"/>
          </a:xfrm>
          <a:prstGeom prst="rect">
            <a:avLst/>
          </a:prstGeom>
          <a:ln w="50800">
            <a:solidFill>
              <a:srgbClr val="9411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90" name="Shape 290"/>
          <p:cNvSpPr/>
          <p:nvPr/>
        </p:nvSpPr>
        <p:spPr>
          <a:xfrm>
            <a:off x="8585943" y="4763939"/>
            <a:ext cx="1374382" cy="458427"/>
          </a:xfrm>
          <a:prstGeom prst="rect">
            <a:avLst/>
          </a:prstGeom>
          <a:ln w="50800">
            <a:solidFill>
              <a:srgbClr val="9411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91" name="Shape 291"/>
          <p:cNvSpPr/>
          <p:nvPr/>
        </p:nvSpPr>
        <p:spPr>
          <a:xfrm>
            <a:off x="3766765" y="3048391"/>
            <a:ext cx="1879170" cy="1471824"/>
          </a:xfrm>
          <a:prstGeom prst="rect">
            <a:avLst/>
          </a:prstGeom>
          <a:ln w="50800">
            <a:solidFill>
              <a:srgbClr val="9411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92" name="Shape 292"/>
          <p:cNvSpPr/>
          <p:nvPr/>
        </p:nvSpPr>
        <p:spPr>
          <a:xfrm>
            <a:off x="3218688" y="2566614"/>
            <a:ext cx="495599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>
                <a:solidFill>
                  <a:srgbClr val="9411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1.</a:t>
            </a:r>
          </a:p>
        </p:txBody>
      </p:sp>
      <p:sp>
        <p:nvSpPr>
          <p:cNvPr id="293" name="Shape 293"/>
          <p:cNvSpPr/>
          <p:nvPr/>
        </p:nvSpPr>
        <p:spPr>
          <a:xfrm>
            <a:off x="1473471" y="4863683"/>
            <a:ext cx="495599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>
                <a:solidFill>
                  <a:srgbClr val="9411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2.</a:t>
            </a:r>
          </a:p>
        </p:txBody>
      </p:sp>
      <p:sp>
        <p:nvSpPr>
          <p:cNvPr id="294" name="Shape 294"/>
          <p:cNvSpPr/>
          <p:nvPr/>
        </p:nvSpPr>
        <p:spPr>
          <a:xfrm>
            <a:off x="6025712" y="2338376"/>
            <a:ext cx="495598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>
                <a:solidFill>
                  <a:srgbClr val="9411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3.</a:t>
            </a:r>
          </a:p>
        </p:txBody>
      </p:sp>
      <p:sp>
        <p:nvSpPr>
          <p:cNvPr id="295" name="Shape 295"/>
          <p:cNvSpPr/>
          <p:nvPr/>
        </p:nvSpPr>
        <p:spPr>
          <a:xfrm>
            <a:off x="8181598" y="4153859"/>
            <a:ext cx="495599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>
                <a:solidFill>
                  <a:srgbClr val="9411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4.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Shape 297"/>
          <p:cNvSpPr/>
          <p:nvPr/>
        </p:nvSpPr>
        <p:spPr>
          <a:xfrm>
            <a:off x="-4554" y="944"/>
            <a:ext cx="13013907" cy="975171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298" name="image4.png"/>
          <p:cNvPicPr>
            <a:picLocks noChangeAspect="1"/>
          </p:cNvPicPr>
          <p:nvPr/>
        </p:nvPicPr>
        <p:blipFill>
          <a:blip r:embed="rId2"/>
          <a:srcRect b="5428"/>
          <a:stretch>
            <a:fillRect/>
          </a:stretch>
        </p:blipFill>
        <p:spPr>
          <a:xfrm>
            <a:off x="-3176" y="1359947"/>
            <a:ext cx="13011151" cy="6918064"/>
          </a:xfrm>
          <a:prstGeom prst="rect">
            <a:avLst/>
          </a:prstGeom>
          <a:ln w="12700">
            <a:miter lim="400000"/>
          </a:ln>
        </p:spPr>
      </p:pic>
      <p:sp>
        <p:nvSpPr>
          <p:cNvPr id="299" name="Shape 299"/>
          <p:cNvSpPr/>
          <p:nvPr/>
        </p:nvSpPr>
        <p:spPr>
          <a:xfrm>
            <a:off x="5455248" y="3067658"/>
            <a:ext cx="912644" cy="421195"/>
          </a:xfrm>
          <a:prstGeom prst="rect">
            <a:avLst/>
          </a:prstGeom>
          <a:ln w="50800">
            <a:solidFill>
              <a:srgbClr val="9411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00" name="Shape 300"/>
          <p:cNvSpPr/>
          <p:nvPr/>
        </p:nvSpPr>
        <p:spPr>
          <a:xfrm>
            <a:off x="5884528" y="3719661"/>
            <a:ext cx="495599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>
                <a:solidFill>
                  <a:srgbClr val="9411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2.</a:t>
            </a:r>
          </a:p>
        </p:txBody>
      </p:sp>
      <p:sp>
        <p:nvSpPr>
          <p:cNvPr id="301" name="Shape 301"/>
          <p:cNvSpPr/>
          <p:nvPr/>
        </p:nvSpPr>
        <p:spPr>
          <a:xfrm>
            <a:off x="6447439" y="3832914"/>
            <a:ext cx="1378039" cy="421195"/>
          </a:xfrm>
          <a:prstGeom prst="rect">
            <a:avLst/>
          </a:prstGeom>
          <a:ln w="50800">
            <a:solidFill>
              <a:srgbClr val="9411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02" name="Shape 302"/>
          <p:cNvSpPr/>
          <p:nvPr/>
        </p:nvSpPr>
        <p:spPr>
          <a:xfrm>
            <a:off x="4919402" y="2755186"/>
            <a:ext cx="495598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>
                <a:solidFill>
                  <a:srgbClr val="9411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1.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Shape 304"/>
          <p:cNvSpPr/>
          <p:nvPr/>
        </p:nvSpPr>
        <p:spPr>
          <a:xfrm>
            <a:off x="-4554" y="944"/>
            <a:ext cx="13013907" cy="975171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305" name="image5.png"/>
          <p:cNvPicPr>
            <a:picLocks noChangeAspect="1"/>
          </p:cNvPicPr>
          <p:nvPr/>
        </p:nvPicPr>
        <p:blipFill>
          <a:blip r:embed="rId2"/>
          <a:srcRect b="5428"/>
          <a:stretch>
            <a:fillRect/>
          </a:stretch>
        </p:blipFill>
        <p:spPr>
          <a:xfrm>
            <a:off x="-3176" y="1345764"/>
            <a:ext cx="13011151" cy="6918064"/>
          </a:xfrm>
          <a:prstGeom prst="rect">
            <a:avLst/>
          </a:prstGeom>
          <a:ln w="12700">
            <a:miter lim="400000"/>
          </a:ln>
        </p:spPr>
      </p:pic>
      <p:sp>
        <p:nvSpPr>
          <p:cNvPr id="306" name="Shape 306"/>
          <p:cNvSpPr/>
          <p:nvPr/>
        </p:nvSpPr>
        <p:spPr>
          <a:xfrm>
            <a:off x="5455248" y="3337144"/>
            <a:ext cx="912644" cy="421195"/>
          </a:xfrm>
          <a:prstGeom prst="rect">
            <a:avLst/>
          </a:prstGeom>
          <a:ln w="50800">
            <a:solidFill>
              <a:srgbClr val="9411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07" name="Shape 307"/>
          <p:cNvSpPr/>
          <p:nvPr/>
        </p:nvSpPr>
        <p:spPr>
          <a:xfrm>
            <a:off x="4947768" y="2826103"/>
            <a:ext cx="495599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>
                <a:solidFill>
                  <a:srgbClr val="9411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1.</a:t>
            </a:r>
          </a:p>
        </p:txBody>
      </p:sp>
      <p:sp>
        <p:nvSpPr>
          <p:cNvPr id="308" name="Shape 308"/>
          <p:cNvSpPr/>
          <p:nvPr/>
        </p:nvSpPr>
        <p:spPr>
          <a:xfrm>
            <a:off x="6532824" y="3237208"/>
            <a:ext cx="1834404" cy="621067"/>
          </a:xfrm>
          <a:prstGeom prst="rect">
            <a:avLst/>
          </a:prstGeom>
          <a:ln w="50800">
            <a:solidFill>
              <a:srgbClr val="9411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09" name="Shape 309"/>
          <p:cNvSpPr/>
          <p:nvPr/>
        </p:nvSpPr>
        <p:spPr>
          <a:xfrm>
            <a:off x="6254601" y="2641067"/>
            <a:ext cx="495598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>
                <a:solidFill>
                  <a:srgbClr val="9411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2.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Shape 311"/>
          <p:cNvSpPr/>
          <p:nvPr/>
        </p:nvSpPr>
        <p:spPr>
          <a:xfrm>
            <a:off x="-4554" y="944"/>
            <a:ext cx="13013907" cy="975171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312" name="image6.png"/>
          <p:cNvPicPr>
            <a:picLocks noChangeAspect="1"/>
          </p:cNvPicPr>
          <p:nvPr/>
        </p:nvPicPr>
        <p:blipFill>
          <a:blip r:embed="rId2"/>
          <a:srcRect b="4862"/>
          <a:stretch>
            <a:fillRect/>
          </a:stretch>
        </p:blipFill>
        <p:spPr>
          <a:xfrm>
            <a:off x="-3176" y="1219200"/>
            <a:ext cx="13011151" cy="6959527"/>
          </a:xfrm>
          <a:prstGeom prst="rect">
            <a:avLst/>
          </a:prstGeom>
          <a:ln w="12700">
            <a:miter lim="400000"/>
          </a:ln>
        </p:spPr>
      </p:pic>
      <p:sp>
        <p:nvSpPr>
          <p:cNvPr id="313" name="Shape 313"/>
          <p:cNvSpPr/>
          <p:nvPr/>
        </p:nvSpPr>
        <p:spPr>
          <a:xfrm>
            <a:off x="5397915" y="5522037"/>
            <a:ext cx="28575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>
                <a:solidFill>
                  <a:srgbClr val="9411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分析數值結果</a:t>
            </a:r>
          </a:p>
        </p:txBody>
      </p:sp>
      <p:sp>
        <p:nvSpPr>
          <p:cNvPr id="314" name="Shape 314"/>
          <p:cNvSpPr/>
          <p:nvPr/>
        </p:nvSpPr>
        <p:spPr>
          <a:xfrm>
            <a:off x="2277501" y="3109557"/>
            <a:ext cx="2806701" cy="2841748"/>
          </a:xfrm>
          <a:prstGeom prst="rect">
            <a:avLst/>
          </a:prstGeom>
          <a:ln w="50800">
            <a:solidFill>
              <a:srgbClr val="9411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Shape 316"/>
          <p:cNvSpPr/>
          <p:nvPr/>
        </p:nvSpPr>
        <p:spPr>
          <a:xfrm>
            <a:off x="-4554" y="944"/>
            <a:ext cx="13013907" cy="975171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317" name="image7.png"/>
          <p:cNvPicPr>
            <a:picLocks noChangeAspect="1"/>
          </p:cNvPicPr>
          <p:nvPr/>
        </p:nvPicPr>
        <p:blipFill>
          <a:blip r:embed="rId2"/>
          <a:srcRect b="4280"/>
          <a:stretch>
            <a:fillRect/>
          </a:stretch>
        </p:blipFill>
        <p:spPr>
          <a:xfrm>
            <a:off x="-3175" y="1219199"/>
            <a:ext cx="13011150" cy="7002079"/>
          </a:xfrm>
          <a:prstGeom prst="rect">
            <a:avLst/>
          </a:prstGeom>
          <a:ln w="12700">
            <a:miter lim="400000"/>
          </a:ln>
        </p:spPr>
      </p:pic>
      <p:sp>
        <p:nvSpPr>
          <p:cNvPr id="318" name="Shape 318"/>
          <p:cNvSpPr/>
          <p:nvPr/>
        </p:nvSpPr>
        <p:spPr>
          <a:xfrm>
            <a:off x="6103741" y="6373045"/>
            <a:ext cx="56007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>
                <a:solidFill>
                  <a:srgbClr val="9411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第二次選擇「觀察值之間」</a:t>
            </a:r>
          </a:p>
        </p:txBody>
      </p:sp>
      <p:sp>
        <p:nvSpPr>
          <p:cNvPr id="319" name="Shape 319"/>
          <p:cNvSpPr/>
          <p:nvPr/>
        </p:nvSpPr>
        <p:spPr>
          <a:xfrm>
            <a:off x="1568328" y="5208710"/>
            <a:ext cx="2513281" cy="685801"/>
          </a:xfrm>
          <a:prstGeom prst="rect">
            <a:avLst/>
          </a:prstGeom>
          <a:ln w="50800">
            <a:solidFill>
              <a:srgbClr val="9411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20" name="Shape 320"/>
          <p:cNvSpPr/>
          <p:nvPr/>
        </p:nvSpPr>
        <p:spPr>
          <a:xfrm>
            <a:off x="8162987" y="4981123"/>
            <a:ext cx="1482209" cy="429889"/>
          </a:xfrm>
          <a:prstGeom prst="rect">
            <a:avLst/>
          </a:prstGeom>
          <a:ln w="50800">
            <a:solidFill>
              <a:srgbClr val="9411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Shape 322"/>
          <p:cNvSpPr/>
          <p:nvPr/>
        </p:nvSpPr>
        <p:spPr>
          <a:xfrm>
            <a:off x="-4554" y="944"/>
            <a:ext cx="13013907" cy="975171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323" name="image8.png"/>
          <p:cNvPicPr>
            <a:picLocks noChangeAspect="1"/>
          </p:cNvPicPr>
          <p:nvPr/>
        </p:nvPicPr>
        <p:blipFill>
          <a:blip r:embed="rId2"/>
          <a:srcRect b="5831"/>
          <a:stretch>
            <a:fillRect/>
          </a:stretch>
        </p:blipFill>
        <p:spPr>
          <a:xfrm>
            <a:off x="-3175" y="1361034"/>
            <a:ext cx="13011150" cy="6888610"/>
          </a:xfrm>
          <a:prstGeom prst="rect">
            <a:avLst/>
          </a:prstGeom>
          <a:ln w="12700">
            <a:miter lim="400000"/>
          </a:ln>
        </p:spPr>
      </p:pic>
      <p:sp>
        <p:nvSpPr>
          <p:cNvPr id="324" name="Shape 324"/>
          <p:cNvSpPr/>
          <p:nvPr/>
        </p:nvSpPr>
        <p:spPr>
          <a:xfrm>
            <a:off x="5256081" y="5649688"/>
            <a:ext cx="28575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>
                <a:solidFill>
                  <a:srgbClr val="9411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分析數值結果</a:t>
            </a:r>
          </a:p>
        </p:txBody>
      </p:sp>
      <p:sp>
        <p:nvSpPr>
          <p:cNvPr id="325" name="Shape 325"/>
          <p:cNvSpPr/>
          <p:nvPr/>
        </p:nvSpPr>
        <p:spPr>
          <a:xfrm>
            <a:off x="2263318" y="4159134"/>
            <a:ext cx="2806701" cy="2262386"/>
          </a:xfrm>
          <a:prstGeom prst="rect">
            <a:avLst/>
          </a:prstGeom>
          <a:ln w="50800">
            <a:solidFill>
              <a:srgbClr val="9411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Shape 327"/>
          <p:cNvSpPr/>
          <p:nvPr/>
        </p:nvSpPr>
        <p:spPr>
          <a:xfrm>
            <a:off x="-4554" y="944"/>
            <a:ext cx="13013907" cy="975171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28" name="Shape 328"/>
          <p:cNvSpPr/>
          <p:nvPr/>
        </p:nvSpPr>
        <p:spPr>
          <a:xfrm>
            <a:off x="2187117" y="3664248"/>
            <a:ext cx="8630566" cy="11189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20000"/>
              </a:lnSpc>
              <a:defRPr>
                <a:solidFill>
                  <a:srgbClr val="FFFFFF"/>
                </a:solidFill>
                <a:latin typeface="Heiti TC Medium"/>
                <a:ea typeface="Heiti TC Medium"/>
                <a:cs typeface="Heiti TC Medium"/>
                <a:sym typeface="Heiti TC Medium"/>
              </a:defRPr>
            </a:pPr>
            <a:r>
              <a:t>將各變數、各情緒構面的數值座標</a:t>
            </a:r>
          </a:p>
          <a:p>
            <a:pPr>
              <a:lnSpc>
                <a:spcPct val="120000"/>
              </a:lnSpc>
              <a:defRPr>
                <a:solidFill>
                  <a:srgbClr val="FFFFFF"/>
                </a:solidFill>
                <a:latin typeface="Heiti TC Medium"/>
                <a:ea typeface="Heiti TC Medium"/>
                <a:cs typeface="Heiti TC Medium"/>
                <a:sym typeface="Heiti TC Medium"/>
              </a:defRPr>
            </a:pPr>
            <a:r>
              <a:t>輸入excel畫出座標圖，即可得知覺定位圖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Shape 330"/>
          <p:cNvSpPr/>
          <p:nvPr/>
        </p:nvSpPr>
        <p:spPr>
          <a:xfrm>
            <a:off x="-4554" y="944"/>
            <a:ext cx="13013907" cy="975171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31" name="Shape 331"/>
          <p:cNvSpPr/>
          <p:nvPr/>
        </p:nvSpPr>
        <p:spPr>
          <a:xfrm>
            <a:off x="2187117" y="3664248"/>
            <a:ext cx="8630566" cy="11189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20000"/>
              </a:lnSpc>
              <a:defRPr>
                <a:solidFill>
                  <a:srgbClr val="FFFFFF"/>
                </a:solidFill>
                <a:latin typeface="Heiti TC Medium"/>
                <a:ea typeface="Heiti TC Medium"/>
                <a:cs typeface="Heiti TC Medium"/>
                <a:sym typeface="Heiti TC Medium"/>
              </a:defRPr>
            </a:pPr>
            <a:r>
              <a:t>將各變數、各情緒構面的數值座標</a:t>
            </a:r>
          </a:p>
          <a:p>
            <a:pPr>
              <a:lnSpc>
                <a:spcPct val="120000"/>
              </a:lnSpc>
              <a:defRPr>
                <a:solidFill>
                  <a:srgbClr val="FFFFFF"/>
                </a:solidFill>
                <a:latin typeface="Heiti TC Medium"/>
                <a:ea typeface="Heiti TC Medium"/>
                <a:cs typeface="Heiti TC Medium"/>
                <a:sym typeface="Heiti TC Medium"/>
              </a:defRPr>
            </a:pPr>
            <a:r>
              <a:t>輸入excel畫出座標圖，即可得知覺定位圖</a:t>
            </a:r>
          </a:p>
        </p:txBody>
      </p:sp>
      <p:pic>
        <p:nvPicPr>
          <p:cNvPr id="332" name="image1.png"/>
          <p:cNvPicPr>
            <a:picLocks noChangeAspect="1"/>
          </p:cNvPicPr>
          <p:nvPr/>
        </p:nvPicPr>
        <p:blipFill>
          <a:blip r:embed="rId2"/>
          <a:srcRect b="4653"/>
          <a:stretch>
            <a:fillRect/>
          </a:stretch>
        </p:blipFill>
        <p:spPr>
          <a:xfrm>
            <a:off x="-3176" y="1629433"/>
            <a:ext cx="13011151" cy="697479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4E8D2B26-586A-4DB4-AAC0-0CB359B21623}"/>
              </a:ext>
            </a:extLst>
          </p:cNvPr>
          <p:cNvSpPr txBox="1"/>
          <p:nvPr/>
        </p:nvSpPr>
        <p:spPr>
          <a:xfrm>
            <a:off x="3785310" y="3763010"/>
            <a:ext cx="5434180" cy="6565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TW" sz="3600" b="0" i="0" u="none" strike="noStrike" cap="none" spc="0" normalizeH="0" baseline="0" dirty="0">
                <a:ln>
                  <a:noFill/>
                </a:ln>
                <a:solidFill>
                  <a:srgbClr val="0000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SPSS</a:t>
            </a:r>
            <a:r>
              <a:rPr kumimoji="0" lang="zh-TW" altLang="en-US" sz="3600" b="0" i="0" u="none" strike="noStrike" cap="none" spc="0" normalizeH="0" baseline="0" dirty="0">
                <a:ln>
                  <a:noFill/>
                </a:ln>
                <a:solidFill>
                  <a:srgbClr val="0000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 </a:t>
            </a:r>
            <a:r>
              <a:rPr kumimoji="0" lang="en-US" altLang="zh-TW" sz="3600" b="0" i="0" u="none" strike="noStrike" cap="none" spc="0" normalizeH="0" baseline="0" dirty="0">
                <a:ln>
                  <a:noFill/>
                </a:ln>
                <a:solidFill>
                  <a:srgbClr val="0000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-&gt; </a:t>
            </a:r>
            <a:r>
              <a:rPr kumimoji="0" lang="zh-TW" altLang="en-US" sz="3600" b="0" i="0" u="none" strike="noStrike" cap="none" spc="0" normalizeH="0" baseline="0" dirty="0">
                <a:ln>
                  <a:noFill/>
                </a:ln>
                <a:solidFill>
                  <a:srgbClr val="0000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尺度 </a:t>
            </a:r>
            <a:r>
              <a:rPr kumimoji="0" lang="en-US" altLang="zh-TW" sz="3600" b="0" i="0" u="none" strike="noStrike" cap="none" spc="0" normalizeH="0" baseline="0" dirty="0">
                <a:ln>
                  <a:noFill/>
                </a:ln>
                <a:solidFill>
                  <a:srgbClr val="0000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-&gt; PROXSCAL</a:t>
            </a:r>
            <a:endParaRPr kumimoji="0" lang="zh-TW" altLang="en-US" sz="3600" b="0" i="0" u="none" strike="noStrike" cap="none" spc="0" normalizeH="0" baseline="0" dirty="0">
              <a:ln>
                <a:noFill/>
              </a:ln>
              <a:solidFill>
                <a:srgbClr val="0000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6200151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2B2D315D-BB99-4288-B8FA-56B0BB3AB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3169" y="4208692"/>
            <a:ext cx="5279878" cy="4833691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E98793B7-BF01-44DB-B135-D66AD0EBB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128" y="398584"/>
            <a:ext cx="3383485" cy="3132399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972AE5B6-42A8-430B-A427-7749670086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6710" y="869331"/>
            <a:ext cx="3677163" cy="1352739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A29E7995-ADB4-4FFC-BCFE-32040CFA0E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138" y="4208692"/>
            <a:ext cx="5820910" cy="3270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8237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3E09D962-AC87-4EF9-9145-975FAB45B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269" y="418036"/>
            <a:ext cx="7666384" cy="427519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F4853727-5AE5-4EF8-B22D-AFE83241FB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8552" y="4693226"/>
            <a:ext cx="3714169" cy="4648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7748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F5F2FBA4-5EDB-4583-B24C-095FC7E430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554" y="1582724"/>
            <a:ext cx="3868615" cy="3541690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0E1E3BD0-F8C8-40C4-8228-A837793487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9015" y="1311681"/>
            <a:ext cx="2342514" cy="2932073"/>
          </a:xfrm>
          <a:prstGeom prst="rect">
            <a:avLst/>
          </a:prstGeom>
        </p:spPr>
      </p:pic>
      <p:sp>
        <p:nvSpPr>
          <p:cNvPr id="4" name="箭號: 向下 3">
            <a:extLst>
              <a:ext uri="{FF2B5EF4-FFF2-40B4-BE49-F238E27FC236}">
                <a16:creationId xmlns:a16="http://schemas.microsoft.com/office/drawing/2014/main" id="{AA74C0C8-09AB-4571-97F5-CCDCA34A6C72}"/>
              </a:ext>
            </a:extLst>
          </p:cNvPr>
          <p:cNvSpPr/>
          <p:nvPr/>
        </p:nvSpPr>
        <p:spPr>
          <a:xfrm>
            <a:off x="5334000" y="4563249"/>
            <a:ext cx="973015" cy="627102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2400" b="0" i="0" u="none" strike="noStrike" cap="none" spc="0" normalizeH="0" baseline="0">
              <a:ln>
                <a:noFill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1C0C6C88-8BF9-40EF-8297-331C1C6B472C}"/>
              </a:ext>
            </a:extLst>
          </p:cNvPr>
          <p:cNvCxnSpPr>
            <a:cxnSpLocks/>
          </p:cNvCxnSpPr>
          <p:nvPr/>
        </p:nvCxnSpPr>
        <p:spPr>
          <a:xfrm>
            <a:off x="3001108" y="2965938"/>
            <a:ext cx="1987061" cy="14756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BF6C4BE7-D11E-4543-A083-BB3E4693779B}"/>
              </a:ext>
            </a:extLst>
          </p:cNvPr>
          <p:cNvCxnSpPr>
            <a:cxnSpLocks/>
          </p:cNvCxnSpPr>
          <p:nvPr/>
        </p:nvCxnSpPr>
        <p:spPr>
          <a:xfrm flipH="1">
            <a:off x="6688015" y="4006321"/>
            <a:ext cx="1512277" cy="8704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15" name="圖片 14">
            <a:extLst>
              <a:ext uri="{FF2B5EF4-FFF2-40B4-BE49-F238E27FC236}">
                <a16:creationId xmlns:a16="http://schemas.microsoft.com/office/drawing/2014/main" id="{67932604-E022-49F1-911C-B4EE5C73EA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8004" y="5626968"/>
            <a:ext cx="4585017" cy="3503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6285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F767A14B-B861-4765-92D1-BEE0D5CE07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203" y="1155722"/>
            <a:ext cx="9307224" cy="6668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758358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多面向">
  <a:themeElements>
    <a:clrScheme name="多面向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多面向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多面向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37</TotalTime>
  <Words>66</Words>
  <Application>Microsoft Office PowerPoint</Application>
  <PresentationFormat>自訂</PresentationFormat>
  <Paragraphs>23</Paragraphs>
  <Slides>17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2" baseType="lpstr">
      <vt:lpstr>Helvetica Neue</vt:lpstr>
      <vt:lpstr>Arial</vt:lpstr>
      <vt:lpstr>Trebuchet MS</vt:lpstr>
      <vt:lpstr>Wingdings 3</vt:lpstr>
      <vt:lpstr>多面向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曹修源</cp:lastModifiedBy>
  <cp:revision>2</cp:revision>
  <dcterms:modified xsi:type="dcterms:W3CDTF">2026-04-22T00:31:50Z</dcterms:modified>
</cp:coreProperties>
</file>